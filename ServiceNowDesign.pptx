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5_A143B01C.xml" ContentType="application/vnd.ms-powerpoint.comments+xml"/>
  <Override PartName="/ppt/comments/modernComment_104_661648EF.xml" ContentType="application/vnd.ms-powerpoint.comments+xml"/>
  <Override PartName="/ppt/notesSlides/notesSlide1.xml" ContentType="application/vnd.openxmlformats-officedocument.presentationml.notesSlide+xml"/>
  <Override PartName="/ppt/comments/modernComment_108_E76F74F0.xml" ContentType="application/vnd.ms-powerpoint.comments+xml"/>
  <Override PartName="/ppt/comments/modernComment_10C_A45DE1FD.xml" ContentType="application/vnd.ms-powerpoint.comments+xml"/>
  <Override PartName="/ppt/comments/modernComment_106_432D946D.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 r:id="rId5"/>
    <p:sldId id="261" r:id="rId6"/>
    <p:sldId id="260" r:id="rId7"/>
    <p:sldId id="259" r:id="rId8"/>
    <p:sldId id="263" r:id="rId9"/>
    <p:sldId id="264" r:id="rId10"/>
    <p:sldId id="269" r:id="rId11"/>
    <p:sldId id="266" r:id="rId12"/>
    <p:sldId id="268" r:id="rId13"/>
    <p:sldId id="267" r:id="rId14"/>
    <p:sldId id="262" r:id="rId15"/>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B58E9C-BCD2-E512-1AE5-E01D42002B83}" name="Bullard, Bryan R" initials="BB" userId="S::brbullard@novanthealth.org::9a222b89-5cc9-4e75-a9ba-da02b4d72a2a" providerId="AD"/>
  <p188:author id="{41AF54A9-9CBB-CE18-AED6-3F9566609CB0}" name="Holt, Bryant R" initials="HB" userId="S::b.holt@novanthealth.org::7a3f5284-e585-4bfd-b7f6-91decf87c48f" providerId="AD"/>
  <p188:author id="{9AABC8C6-E9D9-338E-33B8-E5BAF2157149}" name="Pattison, Nicholas" initials="NP" userId="S::NPattison@novanthealth.org::4f6bb02e-df1f-4585-aa22-a12ce939c0f3" providerId="AD"/>
  <p188:author id="{388DB1CA-CE90-2FEF-1D7B-04FE64A37D45}" name="Kirby, Zakk M" initials="KZ" userId="S::zakk.kirby@novanthealth.org::e080c75f-e69c-4274-a344-99cf12216829" providerId="AD"/>
  <p188:author id="{C14485D0-5889-81C1-B2DD-0DDBD184DA59}" name="Maxwell, Andre" initials="AM" userId="S::Andre.Maxwell@novanthealth.org::24f3e971-f6d1-4a2c-91f0-ff1b3394fdac" providerId="AD"/>
  <p188:author id="{9D0102D9-EACA-A3C2-30D7-73BF2772ED19}" name="Maxwell, Andre" initials="MA" userId="S::andre.maxwell@novanthealth.org::24f3e971-f6d1-4a2c-91f0-ff1b3394fda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2F39C-4F54-FEB8-5674-B1324B2D4F76}" v="2" dt="2026-06-25T14:00:12.453"/>
    <p1510:client id="{4BA18F55-33AE-489E-AF13-5FD5D8928E87}" v="1" dt="2026-06-25T13:22:44.212"/>
    <p1510:client id="{6150D7DC-1FE0-632E-24A1-14BB477648E0}" v="1" dt="2026-06-25T14:02:02.656"/>
    <p1510:client id="{7B1769DB-2BBB-45EF-8714-BC6F168AE349}" v="1407" dt="2026-06-25T21:05:22.249"/>
    <p1510:client id="{93C2A5DE-9DE5-42B4-BED8-4BB2039BB96D}" v="1" vWet="2" dt="2026-06-25T20:56:38.418"/>
    <p1510:client id="{9638B71B-BEEB-AEEC-0570-36D7FCB8D6B1}" v="3" dt="2026-06-25T13:29:31.455"/>
    <p1510:client id="{B559296C-9A99-4C47-835F-58C72F286B95}" v="2" dt="2026-06-25T12:54:30.870"/>
    <p1510:client id="{B571B389-B964-43A7-9692-6FA34022EC93}" v="19" vWet="21" dt="2026-06-25T20:57:09.230"/>
    <p1510:client id="{BAD11393-86F3-C657-A990-EA8E1EA5A9EE}" v="2" dt="2026-06-25T13:20:38.159"/>
    <p1510:client id="{E038D670-9F55-39DB-48B0-B3BD6C1CE13B}" v="254" dt="2026-06-25T14:05:52.315"/>
    <p1510:client id="{FB68BD5A-7FF1-682A-04C1-D2390CBA2385}" v="1" dt="2026-06-25T14:20:02.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by, Zakk M" userId="S::zakk.kirby@novanthealth.org::e080c75f-e69c-4274-a344-99cf12216829" providerId="AD" clId="Web-{BAD11393-86F3-C657-A990-EA8E1EA5A9EE}"/>
    <pc:docChg chg="mod">
      <pc:chgData name="Kirby, Zakk M" userId="S::zakk.kirby@novanthealth.org::e080c75f-e69c-4274-a344-99cf12216829" providerId="AD" clId="Web-{BAD11393-86F3-C657-A990-EA8E1EA5A9EE}" dt="2026-06-25T13:20:38.159" v="0"/>
      <pc:docMkLst>
        <pc:docMk/>
      </pc:docMkLst>
    </pc:docChg>
  </pc:docChgLst>
  <pc:docChgLst>
    <pc:chgData name="Maxwell, Andre" userId="S::andre.maxwell@novanthealth.org::24f3e971-f6d1-4a2c-91f0-ff1b3394fdac" providerId="AD" clId="Web-{E038D670-9F55-39DB-48B0-B3BD6C1CE13B}"/>
    <pc:docChg chg="mod modSld">
      <pc:chgData name="Maxwell, Andre" userId="S::andre.maxwell@novanthealth.org::24f3e971-f6d1-4a2c-91f0-ff1b3394fdac" providerId="AD" clId="Web-{E038D670-9F55-39DB-48B0-B3BD6C1CE13B}" dt="2026-06-25T14:05:52.315" v="248" actId="14100"/>
      <pc:docMkLst>
        <pc:docMk/>
      </pc:docMkLst>
      <pc:sldChg chg="modSp">
        <pc:chgData name="Maxwell, Andre" userId="S::andre.maxwell@novanthealth.org::24f3e971-f6d1-4a2c-91f0-ff1b3394fdac" providerId="AD" clId="Web-{E038D670-9F55-39DB-48B0-B3BD6C1CE13B}" dt="2026-06-25T13:50:46.310" v="82" actId="20577"/>
        <pc:sldMkLst>
          <pc:docMk/>
          <pc:sldMk cId="1712736495" sldId="260"/>
        </pc:sldMkLst>
        <pc:spChg chg="mod">
          <ac:chgData name="Maxwell, Andre" userId="S::andre.maxwell@novanthealth.org::24f3e971-f6d1-4a2c-91f0-ff1b3394fdac" providerId="AD" clId="Web-{E038D670-9F55-39DB-48B0-B3BD6C1CE13B}" dt="2026-06-25T13:50:46.310" v="82" actId="20577"/>
          <ac:spMkLst>
            <pc:docMk/>
            <pc:sldMk cId="1712736495" sldId="260"/>
            <ac:spMk id="245" creationId="{80F0F104-0560-30E8-5E45-619821013604}"/>
          </ac:spMkLst>
        </pc:spChg>
      </pc:sldChg>
      <pc:sldChg chg="addSp delSp modSp">
        <pc:chgData name="Maxwell, Andre" userId="S::andre.maxwell@novanthealth.org::24f3e971-f6d1-4a2c-91f0-ff1b3394fdac" providerId="AD" clId="Web-{E038D670-9F55-39DB-48B0-B3BD6C1CE13B}" dt="2026-06-25T14:00:10.145" v="213" actId="20577"/>
        <pc:sldMkLst>
          <pc:docMk/>
          <pc:sldMk cId="2705567772" sldId="261"/>
        </pc:sldMkLst>
        <pc:spChg chg="mod">
          <ac:chgData name="Maxwell, Andre" userId="S::andre.maxwell@novanthealth.org::24f3e971-f6d1-4a2c-91f0-ff1b3394fdac" providerId="AD" clId="Web-{E038D670-9F55-39DB-48B0-B3BD6C1CE13B}" dt="2026-06-25T13:59:28.330" v="165" actId="1076"/>
          <ac:spMkLst>
            <pc:docMk/>
            <pc:sldMk cId="2705567772" sldId="261"/>
            <ac:spMk id="3" creationId="{C1836F20-7304-2F33-D191-FF84F66631E5}"/>
          </ac:spMkLst>
        </pc:spChg>
        <pc:spChg chg="mod">
          <ac:chgData name="Maxwell, Andre" userId="S::andre.maxwell@novanthealth.org::24f3e971-f6d1-4a2c-91f0-ff1b3394fdac" providerId="AD" clId="Web-{E038D670-9F55-39DB-48B0-B3BD6C1CE13B}" dt="2026-06-25T13:49:13.806" v="75" actId="20577"/>
          <ac:spMkLst>
            <pc:docMk/>
            <pc:sldMk cId="2705567772" sldId="261"/>
            <ac:spMk id="6" creationId="{A5217B52-3088-09C3-5F2F-7DD6B7AFC22E}"/>
          </ac:spMkLst>
        </pc:spChg>
        <pc:spChg chg="mod">
          <ac:chgData name="Maxwell, Andre" userId="S::andre.maxwell@novanthealth.org::24f3e971-f6d1-4a2c-91f0-ff1b3394fdac" providerId="AD" clId="Web-{E038D670-9F55-39DB-48B0-B3BD6C1CE13B}" dt="2026-06-25T13:47:11.551" v="7" actId="20577"/>
          <ac:spMkLst>
            <pc:docMk/>
            <pc:sldMk cId="2705567772" sldId="261"/>
            <ac:spMk id="12" creationId="{CF7E59C2-52EB-BDEA-036A-CF9016877BAD}"/>
          </ac:spMkLst>
        </pc:spChg>
        <pc:spChg chg="add mod">
          <ac:chgData name="Maxwell, Andre" userId="S::andre.maxwell@novanthealth.org::24f3e971-f6d1-4a2c-91f0-ff1b3394fdac" providerId="AD" clId="Web-{E038D670-9F55-39DB-48B0-B3BD6C1CE13B}" dt="2026-06-25T13:55:24.868" v="91"/>
          <ac:spMkLst>
            <pc:docMk/>
            <pc:sldMk cId="2705567772" sldId="261"/>
            <ac:spMk id="13" creationId="{B751EE21-DBEC-519A-B632-40E7E8C8E939}"/>
          </ac:spMkLst>
        </pc:spChg>
        <pc:spChg chg="add mod">
          <ac:chgData name="Maxwell, Andre" userId="S::andre.maxwell@novanthealth.org::24f3e971-f6d1-4a2c-91f0-ff1b3394fdac" providerId="AD" clId="Web-{E038D670-9F55-39DB-48B0-B3BD6C1CE13B}" dt="2026-06-25T13:57:36.998" v="118" actId="20577"/>
          <ac:spMkLst>
            <pc:docMk/>
            <pc:sldMk cId="2705567772" sldId="261"/>
            <ac:spMk id="15" creationId="{75DC806D-87F0-0938-5B17-48F6A07B49DB}"/>
          </ac:spMkLst>
        </pc:spChg>
        <pc:spChg chg="mod">
          <ac:chgData name="Maxwell, Andre" userId="S::andre.maxwell@novanthealth.org::24f3e971-f6d1-4a2c-91f0-ff1b3394fdac" providerId="AD" clId="Web-{E038D670-9F55-39DB-48B0-B3BD6C1CE13B}" dt="2026-06-25T13:59:25.690" v="162" actId="20577"/>
          <ac:spMkLst>
            <pc:docMk/>
            <pc:sldMk cId="2705567772" sldId="261"/>
            <ac:spMk id="17" creationId="{B7D9ABA3-3007-7A7B-5335-FC6133B921EA}"/>
          </ac:spMkLst>
        </pc:spChg>
        <pc:spChg chg="mod">
          <ac:chgData name="Maxwell, Andre" userId="S::andre.maxwell@novanthealth.org::24f3e971-f6d1-4a2c-91f0-ff1b3394fdac" providerId="AD" clId="Web-{E038D670-9F55-39DB-48B0-B3BD6C1CE13B}" dt="2026-06-25T14:00:10.145" v="213" actId="20577"/>
          <ac:spMkLst>
            <pc:docMk/>
            <pc:sldMk cId="2705567772" sldId="261"/>
            <ac:spMk id="23" creationId="{A9A84573-9B61-9D54-6305-A578CF2EAC66}"/>
          </ac:spMkLst>
        </pc:spChg>
        <pc:spChg chg="mod">
          <ac:chgData name="Maxwell, Andre" userId="S::andre.maxwell@novanthealth.org::24f3e971-f6d1-4a2c-91f0-ff1b3394fdac" providerId="AD" clId="Web-{E038D670-9F55-39DB-48B0-B3BD6C1CE13B}" dt="2026-06-25T13:55:00.773" v="85" actId="14100"/>
          <ac:spMkLst>
            <pc:docMk/>
            <pc:sldMk cId="2705567772" sldId="261"/>
            <ac:spMk id="91" creationId="{C0842C93-AFF7-01AD-FEC8-2579268FD61D}"/>
          </ac:spMkLst>
        </pc:spChg>
        <pc:spChg chg="mod">
          <ac:chgData name="Maxwell, Andre" userId="S::andre.maxwell@novanthealth.org::24f3e971-f6d1-4a2c-91f0-ff1b3394fdac" providerId="AD" clId="Web-{E038D670-9F55-39DB-48B0-B3BD6C1CE13B}" dt="2026-06-25T13:58:18.812" v="123" actId="1076"/>
          <ac:spMkLst>
            <pc:docMk/>
            <pc:sldMk cId="2705567772" sldId="261"/>
            <ac:spMk id="120" creationId="{614D5CDE-5DB6-DCF2-7216-BFDC41C02E3C}"/>
          </ac:spMkLst>
        </pc:spChg>
        <pc:spChg chg="mod">
          <ac:chgData name="Maxwell, Andre" userId="S::andre.maxwell@novanthealth.org::24f3e971-f6d1-4a2c-91f0-ff1b3394fdac" providerId="AD" clId="Web-{E038D670-9F55-39DB-48B0-B3BD6C1CE13B}" dt="2026-06-25T13:59:41.315" v="188" actId="1076"/>
          <ac:spMkLst>
            <pc:docMk/>
            <pc:sldMk cId="2705567772" sldId="261"/>
            <ac:spMk id="126" creationId="{56C640F9-20C8-DF46-5290-161AA05F2231}"/>
          </ac:spMkLst>
        </pc:spChg>
        <pc:spChg chg="mod">
          <ac:chgData name="Maxwell, Andre" userId="S::andre.maxwell@novanthealth.org::24f3e971-f6d1-4a2c-91f0-ff1b3394fdac" providerId="AD" clId="Web-{E038D670-9F55-39DB-48B0-B3BD6C1CE13B}" dt="2026-06-25T13:47:49.787" v="50" actId="20577"/>
          <ac:spMkLst>
            <pc:docMk/>
            <pc:sldMk cId="2705567772" sldId="261"/>
            <ac:spMk id="142" creationId="{DF5ED495-9A98-47D0-EBFD-682B6E09ED8A}"/>
          </ac:spMkLst>
        </pc:spChg>
        <pc:grpChg chg="add mod">
          <ac:chgData name="Maxwell, Andre" userId="S::andre.maxwell@novanthealth.org::24f3e971-f6d1-4a2c-91f0-ff1b3394fdac" providerId="AD" clId="Web-{E038D670-9F55-39DB-48B0-B3BD6C1CE13B}" dt="2026-06-25T13:48:59.649" v="62" actId="1076"/>
          <ac:grpSpMkLst>
            <pc:docMk/>
            <pc:sldMk cId="2705567772" sldId="261"/>
            <ac:grpSpMk id="5" creationId="{6EC3D42C-9FE4-10F6-A98D-C72040387E98}"/>
          </ac:grpSpMkLst>
        </pc:grpChg>
        <pc:grpChg chg="add del mod">
          <ac:chgData name="Maxwell, Andre" userId="S::andre.maxwell@novanthealth.org::24f3e971-f6d1-4a2c-91f0-ff1b3394fdac" providerId="AD" clId="Web-{E038D670-9F55-39DB-48B0-B3BD6C1CE13B}" dt="2026-06-25T13:59:26.596" v="164"/>
          <ac:grpSpMkLst>
            <pc:docMk/>
            <pc:sldMk cId="2705567772" sldId="261"/>
            <ac:grpSpMk id="16" creationId="{E411700D-6FF0-EC39-106C-A1433F4E731F}"/>
          </ac:grpSpMkLst>
        </pc:grpChg>
        <pc:grpChg chg="add mod">
          <ac:chgData name="Maxwell, Andre" userId="S::andre.maxwell@novanthealth.org::24f3e971-f6d1-4a2c-91f0-ff1b3394fdac" providerId="AD" clId="Web-{E038D670-9F55-39DB-48B0-B3BD6C1CE13B}" dt="2026-06-25T13:59:56.316" v="192" actId="1076"/>
          <ac:grpSpMkLst>
            <pc:docMk/>
            <pc:sldMk cId="2705567772" sldId="261"/>
            <ac:grpSpMk id="22" creationId="{1B1FE640-951D-3FB4-4550-DAF9451ECD48}"/>
          </ac:grpSpMkLst>
        </pc:grpChg>
        <pc:grpChg chg="mod">
          <ac:chgData name="Maxwell, Andre" userId="S::andre.maxwell@novanthealth.org::24f3e971-f6d1-4a2c-91f0-ff1b3394fdac" providerId="AD" clId="Web-{E038D670-9F55-39DB-48B0-B3BD6C1CE13B}" dt="2026-06-25T13:59:48.863" v="190" actId="1076"/>
          <ac:grpSpMkLst>
            <pc:docMk/>
            <pc:sldMk cId="2705567772" sldId="261"/>
            <ac:grpSpMk id="43" creationId="{D409BF44-346F-97B8-3D3E-EA9EA15650AB}"/>
          </ac:grpSpMkLst>
        </pc:grpChg>
        <pc:grpChg chg="mod">
          <ac:chgData name="Maxwell, Andre" userId="S::andre.maxwell@novanthealth.org::24f3e971-f6d1-4a2c-91f0-ff1b3394fdac" providerId="AD" clId="Web-{E038D670-9F55-39DB-48B0-B3BD6C1CE13B}" dt="2026-06-25T13:49:21.572" v="76" actId="1076"/>
          <ac:grpSpMkLst>
            <pc:docMk/>
            <pc:sldMk cId="2705567772" sldId="261"/>
            <ac:grpSpMk id="44" creationId="{5FD94E4C-8F59-19ED-1DD1-5755D791CE95}"/>
          </ac:grpSpMkLst>
        </pc:grpChg>
        <pc:grpChg chg="mod">
          <ac:chgData name="Maxwell, Andre" userId="S::andre.maxwell@novanthealth.org::24f3e971-f6d1-4a2c-91f0-ff1b3394fdac" providerId="AD" clId="Web-{E038D670-9F55-39DB-48B0-B3BD6C1CE13B}" dt="2026-06-25T13:59:33.471" v="185" actId="1076"/>
          <ac:grpSpMkLst>
            <pc:docMk/>
            <pc:sldMk cId="2705567772" sldId="261"/>
            <ac:grpSpMk id="50" creationId="{D7370B20-32A5-945C-B67F-AFDBCF3ED01E}"/>
          </ac:grpSpMkLst>
        </pc:grpChg>
        <pc:grpChg chg="mod">
          <ac:chgData name="Maxwell, Andre" userId="S::andre.maxwell@novanthealth.org::24f3e971-f6d1-4a2c-91f0-ff1b3394fdac" providerId="AD" clId="Web-{E038D670-9F55-39DB-48B0-B3BD6C1CE13B}" dt="2026-06-25T13:59:32.096" v="183" actId="1076"/>
          <ac:grpSpMkLst>
            <pc:docMk/>
            <pc:sldMk cId="2705567772" sldId="261"/>
            <ac:grpSpMk id="56" creationId="{9B55EA14-51ED-8B4F-59DD-CD386FE9449B}"/>
          </ac:grpSpMkLst>
        </pc:grpChg>
        <pc:grpChg chg="mod">
          <ac:chgData name="Maxwell, Andre" userId="S::andre.maxwell@novanthealth.org::24f3e971-f6d1-4a2c-91f0-ff1b3394fdac" providerId="AD" clId="Web-{E038D670-9F55-39DB-48B0-B3BD6C1CE13B}" dt="2026-06-25T13:59:31.096" v="180" actId="1076"/>
          <ac:grpSpMkLst>
            <pc:docMk/>
            <pc:sldMk cId="2705567772" sldId="261"/>
            <ac:grpSpMk id="62" creationId="{A002EBAD-1EDE-59DA-4A1B-810A3CB53122}"/>
          </ac:grpSpMkLst>
        </pc:grpChg>
        <pc:grpChg chg="mod">
          <ac:chgData name="Maxwell, Andre" userId="S::andre.maxwell@novanthealth.org::24f3e971-f6d1-4a2c-91f0-ff1b3394fdac" providerId="AD" clId="Web-{E038D670-9F55-39DB-48B0-B3BD6C1CE13B}" dt="2026-06-25T13:59:31.096" v="179" actId="1076"/>
          <ac:grpSpMkLst>
            <pc:docMk/>
            <pc:sldMk cId="2705567772" sldId="261"/>
            <ac:grpSpMk id="68" creationId="{1FC76FF8-9826-B164-3056-461C5B7C6882}"/>
          </ac:grpSpMkLst>
        </pc:grpChg>
        <pc:grpChg chg="mod">
          <ac:chgData name="Maxwell, Andre" userId="S::andre.maxwell@novanthealth.org::24f3e971-f6d1-4a2c-91f0-ff1b3394fdac" providerId="AD" clId="Web-{E038D670-9F55-39DB-48B0-B3BD6C1CE13B}" dt="2026-06-25T13:59:28.987" v="174" actId="1076"/>
          <ac:grpSpMkLst>
            <pc:docMk/>
            <pc:sldMk cId="2705567772" sldId="261"/>
            <ac:grpSpMk id="71" creationId="{EC6BB553-9F31-0AA5-542A-E9B94F30652E}"/>
          </ac:grpSpMkLst>
        </pc:grpChg>
        <pc:grpChg chg="mod">
          <ac:chgData name="Maxwell, Andre" userId="S::andre.maxwell@novanthealth.org::24f3e971-f6d1-4a2c-91f0-ff1b3394fdac" providerId="AD" clId="Web-{E038D670-9F55-39DB-48B0-B3BD6C1CE13B}" dt="2026-06-25T13:59:28.330" v="168" actId="1076"/>
          <ac:grpSpMkLst>
            <pc:docMk/>
            <pc:sldMk cId="2705567772" sldId="261"/>
            <ac:grpSpMk id="77" creationId="{EE2BCF47-B299-C07E-B2F6-5CAAB7AAB143}"/>
          </ac:grpSpMkLst>
        </pc:grpChg>
        <pc:grpChg chg="mod">
          <ac:chgData name="Maxwell, Andre" userId="S::andre.maxwell@novanthealth.org::24f3e971-f6d1-4a2c-91f0-ff1b3394fdac" providerId="AD" clId="Web-{E038D670-9F55-39DB-48B0-B3BD6C1CE13B}" dt="2026-06-25T13:59:28.330" v="167" actId="1076"/>
          <ac:grpSpMkLst>
            <pc:docMk/>
            <pc:sldMk cId="2705567772" sldId="261"/>
            <ac:grpSpMk id="80" creationId="{7CDEF614-1BED-6189-EEFF-EDDFEC55D45B}"/>
          </ac:grpSpMkLst>
        </pc:grpChg>
        <pc:grpChg chg="mod">
          <ac:chgData name="Maxwell, Andre" userId="S::andre.maxwell@novanthealth.org::24f3e971-f6d1-4a2c-91f0-ff1b3394fdac" providerId="AD" clId="Web-{E038D670-9F55-39DB-48B0-B3BD6C1CE13B}" dt="2026-06-25T13:58:22.422" v="124" actId="1076"/>
          <ac:grpSpMkLst>
            <pc:docMk/>
            <pc:sldMk cId="2705567772" sldId="261"/>
            <ac:grpSpMk id="117" creationId="{36C94BA8-3C83-21A7-854B-D827445C13F4}"/>
          </ac:grpSpMkLst>
        </pc:grpChg>
        <pc:grpChg chg="mod">
          <ac:chgData name="Maxwell, Andre" userId="S::andre.maxwell@novanthealth.org::24f3e971-f6d1-4a2c-91f0-ff1b3394fdac" providerId="AD" clId="Web-{E038D670-9F55-39DB-48B0-B3BD6C1CE13B}" dt="2026-06-25T13:58:07.202" v="119" actId="1076"/>
          <ac:grpSpMkLst>
            <pc:docMk/>
            <pc:sldMk cId="2705567772" sldId="261"/>
            <ac:grpSpMk id="123" creationId="{AE840D44-3995-9D87-40BB-53D34D20D9D6}"/>
          </ac:grpSpMkLst>
        </pc:grpChg>
        <pc:grpChg chg="mod">
          <ac:chgData name="Maxwell, Andre" userId="S::andre.maxwell@novanthealth.org::24f3e971-f6d1-4a2c-91f0-ff1b3394fdac" providerId="AD" clId="Web-{E038D670-9F55-39DB-48B0-B3BD6C1CE13B}" dt="2026-06-25T13:58:09.155" v="120" actId="1076"/>
          <ac:grpSpMkLst>
            <pc:docMk/>
            <pc:sldMk cId="2705567772" sldId="261"/>
            <ac:grpSpMk id="129" creationId="{9738D989-4295-DC3B-63BF-5BFDD7F128CB}"/>
          </ac:grpSpMkLst>
        </pc:grpChg>
        <pc:grpChg chg="mod">
          <ac:chgData name="Maxwell, Andre" userId="S::andre.maxwell@novanthealth.org::24f3e971-f6d1-4a2c-91f0-ff1b3394fdac" providerId="AD" clId="Web-{E038D670-9F55-39DB-48B0-B3BD6C1CE13B}" dt="2026-06-25T13:48:32.101" v="55" actId="1076"/>
          <ac:grpSpMkLst>
            <pc:docMk/>
            <pc:sldMk cId="2705567772" sldId="261"/>
            <ac:grpSpMk id="147" creationId="{7BC9ADD1-B48A-09C3-FF72-DB8FE981626A}"/>
          </ac:grpSpMkLst>
        </pc:grpChg>
        <pc:grpChg chg="mod">
          <ac:chgData name="Maxwell, Andre" userId="S::andre.maxwell@novanthealth.org::24f3e971-f6d1-4a2c-91f0-ff1b3394fdac" providerId="AD" clId="Web-{E038D670-9F55-39DB-48B0-B3BD6C1CE13B}" dt="2026-06-25T13:48:45.539" v="59" actId="1076"/>
          <ac:grpSpMkLst>
            <pc:docMk/>
            <pc:sldMk cId="2705567772" sldId="261"/>
            <ac:grpSpMk id="153" creationId="{C8246F16-FD71-CDDF-EA91-A3F7A53FECCC}"/>
          </ac:grpSpMkLst>
        </pc:grpChg>
        <pc:grpChg chg="mod">
          <ac:chgData name="Maxwell, Andre" userId="S::andre.maxwell@novanthealth.org::24f3e971-f6d1-4a2c-91f0-ff1b3394fdac" providerId="AD" clId="Web-{E038D670-9F55-39DB-48B0-B3BD6C1CE13B}" dt="2026-06-25T13:48:45.570" v="60" actId="1076"/>
          <ac:grpSpMkLst>
            <pc:docMk/>
            <pc:sldMk cId="2705567772" sldId="261"/>
            <ac:grpSpMk id="159" creationId="{19291C57-3693-C193-56D2-D22E02E5F701}"/>
          </ac:grpSpMkLst>
        </pc:grpChg>
        <pc:grpChg chg="mod">
          <ac:chgData name="Maxwell, Andre" userId="S::andre.maxwell@novanthealth.org::24f3e971-f6d1-4a2c-91f0-ff1b3394fdac" providerId="AD" clId="Web-{E038D670-9F55-39DB-48B0-B3BD6C1CE13B}" dt="2026-06-25T13:48:13.038" v="51" actId="1076"/>
          <ac:grpSpMkLst>
            <pc:docMk/>
            <pc:sldMk cId="2705567772" sldId="261"/>
            <ac:grpSpMk id="170" creationId="{55F51A0A-A599-294A-07D3-AC0AA5B67E4B}"/>
          </ac:grpSpMkLst>
        </pc:grpChg>
        <pc:cxnChg chg="mod">
          <ac:chgData name="Maxwell, Andre" userId="S::andre.maxwell@novanthealth.org::24f3e971-f6d1-4a2c-91f0-ff1b3394fdac" providerId="AD" clId="Web-{E038D670-9F55-39DB-48B0-B3BD6C1CE13B}" dt="2026-06-25T13:48:53.571" v="61"/>
          <ac:cxnSpMkLst>
            <pc:docMk/>
            <pc:sldMk cId="2705567772" sldId="261"/>
            <ac:cxnSpMk id="10" creationId="{E5379B94-5095-5A33-D625-109E552CBFB5}"/>
          </ac:cxnSpMkLst>
        </pc:cxnChg>
        <pc:cxnChg chg="mod">
          <ac:chgData name="Maxwell, Andre" userId="S::andre.maxwell@novanthealth.org::24f3e971-f6d1-4a2c-91f0-ff1b3394fdac" providerId="AD" clId="Web-{E038D670-9F55-39DB-48B0-B3BD6C1CE13B}" dt="2026-06-25T13:59:26.596" v="164"/>
          <ac:cxnSpMkLst>
            <pc:docMk/>
            <pc:sldMk cId="2705567772" sldId="261"/>
            <ac:cxnSpMk id="21" creationId="{D2FA6037-0E7B-F5BE-1EB1-588700C69A23}"/>
          </ac:cxnSpMkLst>
        </pc:cxnChg>
        <pc:cxnChg chg="mod">
          <ac:chgData name="Maxwell, Andre" userId="S::andre.maxwell@novanthealth.org::24f3e971-f6d1-4a2c-91f0-ff1b3394fdac" providerId="AD" clId="Web-{E038D670-9F55-39DB-48B0-B3BD6C1CE13B}" dt="2026-06-25T13:59:53.910" v="191"/>
          <ac:cxnSpMkLst>
            <pc:docMk/>
            <pc:sldMk cId="2705567772" sldId="261"/>
            <ac:cxnSpMk id="27" creationId="{F970F1DE-3949-F535-6FAD-24DD3E5F11D9}"/>
          </ac:cxnSpMkLst>
        </pc:cxnChg>
        <pc:cxnChg chg="mod">
          <ac:chgData name="Maxwell, Andre" userId="S::andre.maxwell@novanthealth.org::24f3e971-f6d1-4a2c-91f0-ff1b3394fdac" providerId="AD" clId="Web-{E038D670-9F55-39DB-48B0-B3BD6C1CE13B}" dt="2026-06-25T13:59:32.737" v="184" actId="1076"/>
          <ac:cxnSpMkLst>
            <pc:docMk/>
            <pc:sldMk cId="2705567772" sldId="261"/>
            <ac:cxnSpMk id="166" creationId="{961BFAE4-3030-C994-EEFB-36DB34824DFC}"/>
          </ac:cxnSpMkLst>
        </pc:cxnChg>
        <pc:cxnChg chg="mod">
          <ac:chgData name="Maxwell, Andre" userId="S::andre.maxwell@novanthealth.org::24f3e971-f6d1-4a2c-91f0-ff1b3394fdac" providerId="AD" clId="Web-{E038D670-9F55-39DB-48B0-B3BD6C1CE13B}" dt="2026-06-25T13:48:40.617" v="58" actId="1076"/>
          <ac:cxnSpMkLst>
            <pc:docMk/>
            <pc:sldMk cId="2705567772" sldId="261"/>
            <ac:cxnSpMk id="169" creationId="{3BD78830-81E1-00D6-5141-906C83A3180D}"/>
          </ac:cxnSpMkLst>
        </pc:cxnChg>
      </pc:sldChg>
      <pc:sldChg chg="addSp modSp">
        <pc:chgData name="Maxwell, Andre" userId="S::andre.maxwell@novanthealth.org::24f3e971-f6d1-4a2c-91f0-ff1b3394fdac" providerId="AD" clId="Web-{E038D670-9F55-39DB-48B0-B3BD6C1CE13B}" dt="2026-06-25T14:05:52.315" v="248" actId="14100"/>
        <pc:sldMkLst>
          <pc:docMk/>
          <pc:sldMk cId="1127060589" sldId="262"/>
        </pc:sldMkLst>
        <pc:spChg chg="add mod">
          <ac:chgData name="Maxwell, Andre" userId="S::andre.maxwell@novanthealth.org::24f3e971-f6d1-4a2c-91f0-ff1b3394fdac" providerId="AD" clId="Web-{E038D670-9F55-39DB-48B0-B3BD6C1CE13B}" dt="2026-06-25T14:05:52.315" v="248" actId="14100"/>
          <ac:spMkLst>
            <pc:docMk/>
            <pc:sldMk cId="1127060589" sldId="262"/>
            <ac:spMk id="2" creationId="{7F659A80-D941-E9BF-5385-5729F12D08BE}"/>
          </ac:spMkLst>
        </pc:spChg>
      </pc:sldChg>
    </pc:docChg>
  </pc:docChgLst>
  <pc:docChgLst>
    <pc:chgData name="Pattison, Nicholas" userId="4f6bb02e-df1f-4585-aa22-a12ce939c0f3" providerId="ADAL" clId="{781ADCF3-0665-45D8-AAE5-F72685DD1DE2}"/>
    <pc:docChg chg="modSld">
      <pc:chgData name="Pattison, Nicholas" userId="4f6bb02e-df1f-4585-aa22-a12ce939c0f3" providerId="ADAL" clId="{781ADCF3-0665-45D8-AAE5-F72685DD1DE2}" dt="2026-06-25T14:14:07.243" v="14" actId="20577"/>
      <pc:docMkLst>
        <pc:docMk/>
      </pc:docMkLst>
      <pc:sldChg chg="modSp mod">
        <pc:chgData name="Pattison, Nicholas" userId="4f6bb02e-df1f-4585-aa22-a12ce939c0f3" providerId="ADAL" clId="{781ADCF3-0665-45D8-AAE5-F72685DD1DE2}" dt="2026-06-25T14:14:07.243" v="14" actId="20577"/>
        <pc:sldMkLst>
          <pc:docMk/>
          <pc:sldMk cId="1712736495" sldId="260"/>
        </pc:sldMkLst>
        <pc:spChg chg="mod">
          <ac:chgData name="Pattison, Nicholas" userId="4f6bb02e-df1f-4585-aa22-a12ce939c0f3" providerId="ADAL" clId="{781ADCF3-0665-45D8-AAE5-F72685DD1DE2}" dt="2026-06-25T14:14:07.243" v="14" actId="20577"/>
          <ac:spMkLst>
            <pc:docMk/>
            <pc:sldMk cId="1712736495" sldId="260"/>
            <ac:spMk id="254" creationId="{44AD4F63-6D97-7AA2-F84D-9E634C064AF8}"/>
          </ac:spMkLst>
        </pc:spChg>
      </pc:sldChg>
    </pc:docChg>
  </pc:docChgLst>
  <pc:docChgLst>
    <pc:chgData name="Maxwell, Andre" userId="24f3e971-f6d1-4a2c-91f0-ff1b3394fdac" providerId="ADAL" clId="{181E771D-41FB-4ABB-835C-C984BAB448BD}"/>
    <pc:docChg chg="undo custSel addSld delSld modSld sldOrd">
      <pc:chgData name="Maxwell, Andre" userId="24f3e971-f6d1-4a2c-91f0-ff1b3394fdac" providerId="ADAL" clId="{181E771D-41FB-4ABB-835C-C984BAB448BD}" dt="2026-06-25T21:05:22.247" v="2848" actId="20577"/>
      <pc:docMkLst>
        <pc:docMk/>
      </pc:docMkLst>
      <pc:sldChg chg="delSp modSp mod">
        <pc:chgData name="Maxwell, Andre" userId="24f3e971-f6d1-4a2c-91f0-ff1b3394fdac" providerId="ADAL" clId="{181E771D-41FB-4ABB-835C-C984BAB448BD}" dt="2026-06-24T22:37:08.628" v="1524" actId="478"/>
        <pc:sldMkLst>
          <pc:docMk/>
          <pc:sldMk cId="1228981282" sldId="256"/>
        </pc:sldMkLst>
        <pc:spChg chg="del">
          <ac:chgData name="Maxwell, Andre" userId="24f3e971-f6d1-4a2c-91f0-ff1b3394fdac" providerId="ADAL" clId="{181E771D-41FB-4ABB-835C-C984BAB448BD}" dt="2026-06-24T22:36:57.734" v="1520" actId="478"/>
          <ac:spMkLst>
            <pc:docMk/>
            <pc:sldMk cId="1228981282" sldId="256"/>
            <ac:spMk id="4" creationId="{5B494B6D-AAAB-A8C8-2E51-4D7B477AE06C}"/>
          </ac:spMkLst>
        </pc:spChg>
        <pc:spChg chg="del">
          <ac:chgData name="Maxwell, Andre" userId="24f3e971-f6d1-4a2c-91f0-ff1b3394fdac" providerId="ADAL" clId="{181E771D-41FB-4ABB-835C-C984BAB448BD}" dt="2026-06-24T22:37:08.628" v="1524" actId="478"/>
          <ac:spMkLst>
            <pc:docMk/>
            <pc:sldMk cId="1228981282" sldId="256"/>
            <ac:spMk id="29" creationId="{10AD291B-06AC-F22D-A27F-1C00D8E7494C}"/>
          </ac:spMkLst>
        </pc:spChg>
        <pc:spChg chg="del">
          <ac:chgData name="Maxwell, Andre" userId="24f3e971-f6d1-4a2c-91f0-ff1b3394fdac" providerId="ADAL" clId="{181E771D-41FB-4ABB-835C-C984BAB448BD}" dt="2026-06-24T22:37:08.628" v="1524" actId="478"/>
          <ac:spMkLst>
            <pc:docMk/>
            <pc:sldMk cId="1228981282" sldId="256"/>
            <ac:spMk id="30" creationId="{24072F02-4A75-D552-9A51-DCCE6AB5BB63}"/>
          </ac:spMkLst>
        </pc:spChg>
        <pc:cxnChg chg="del mod">
          <ac:chgData name="Maxwell, Andre" userId="24f3e971-f6d1-4a2c-91f0-ff1b3394fdac" providerId="ADAL" clId="{181E771D-41FB-4ABB-835C-C984BAB448BD}" dt="2026-06-24T22:37:03.978" v="1523" actId="478"/>
          <ac:cxnSpMkLst>
            <pc:docMk/>
            <pc:sldMk cId="1228981282" sldId="256"/>
            <ac:cxnSpMk id="16" creationId="{E78E23B9-C693-9472-6134-C4563E543CFD}"/>
          </ac:cxnSpMkLst>
        </pc:cxnChg>
        <pc:cxnChg chg="del mod">
          <ac:chgData name="Maxwell, Andre" userId="24f3e971-f6d1-4a2c-91f0-ff1b3394fdac" providerId="ADAL" clId="{181E771D-41FB-4ABB-835C-C984BAB448BD}" dt="2026-06-24T22:36:59.896" v="1521" actId="478"/>
          <ac:cxnSpMkLst>
            <pc:docMk/>
            <pc:sldMk cId="1228981282" sldId="256"/>
            <ac:cxnSpMk id="21" creationId="{ADE61E06-AF5D-7438-1AD9-CDE764707858}"/>
          </ac:cxnSpMkLst>
        </pc:cxnChg>
      </pc:sldChg>
      <pc:sldChg chg="addSp delSp del mod">
        <pc:chgData name="Maxwell, Andre" userId="24f3e971-f6d1-4a2c-91f0-ff1b3394fdac" providerId="ADAL" clId="{181E771D-41FB-4ABB-835C-C984BAB448BD}" dt="2026-06-24T22:36:46.040" v="1518" actId="47"/>
        <pc:sldMkLst>
          <pc:docMk/>
          <pc:sldMk cId="944074923" sldId="257"/>
        </pc:sldMkLst>
        <pc:spChg chg="add">
          <ac:chgData name="Maxwell, Andre" userId="24f3e971-f6d1-4a2c-91f0-ff1b3394fdac" providerId="ADAL" clId="{181E771D-41FB-4ABB-835C-C984BAB448BD}" dt="2026-06-24T18:28:10.336" v="0" actId="22"/>
          <ac:spMkLst>
            <pc:docMk/>
            <pc:sldMk cId="944074923" sldId="257"/>
            <ac:spMk id="3" creationId="{AE865F41-1886-4FFC-AF3E-ACE492EA0019}"/>
          </ac:spMkLst>
        </pc:spChg>
        <pc:spChg chg="del">
          <ac:chgData name="Maxwell, Andre" userId="24f3e971-f6d1-4a2c-91f0-ff1b3394fdac" providerId="ADAL" clId="{181E771D-41FB-4ABB-835C-C984BAB448BD}" dt="2026-06-24T22:09:50.501" v="1517" actId="478"/>
          <ac:spMkLst>
            <pc:docMk/>
            <pc:sldMk cId="944074923" sldId="257"/>
            <ac:spMk id="4" creationId="{D004D8A1-85FF-C16F-D35A-88B780AF2626}"/>
          </ac:spMkLst>
        </pc:spChg>
        <pc:spChg chg="del">
          <ac:chgData name="Maxwell, Andre" userId="24f3e971-f6d1-4a2c-91f0-ff1b3394fdac" providerId="ADAL" clId="{181E771D-41FB-4ABB-835C-C984BAB448BD}" dt="2026-06-24T22:09:50.501" v="1517" actId="478"/>
          <ac:spMkLst>
            <pc:docMk/>
            <pc:sldMk cId="944074923" sldId="257"/>
            <ac:spMk id="17" creationId="{D3941E4A-FA35-A9A7-F950-C61DFDF7D719}"/>
          </ac:spMkLst>
        </pc:spChg>
        <pc:spChg chg="del">
          <ac:chgData name="Maxwell, Andre" userId="24f3e971-f6d1-4a2c-91f0-ff1b3394fdac" providerId="ADAL" clId="{181E771D-41FB-4ABB-835C-C984BAB448BD}" dt="2026-06-24T22:09:50.501" v="1517" actId="478"/>
          <ac:spMkLst>
            <pc:docMk/>
            <pc:sldMk cId="944074923" sldId="257"/>
            <ac:spMk id="24" creationId="{4DD58C9E-B52E-C998-BB8F-40CE7A52D957}"/>
          </ac:spMkLst>
        </pc:spChg>
        <pc:spChg chg="del">
          <ac:chgData name="Maxwell, Andre" userId="24f3e971-f6d1-4a2c-91f0-ff1b3394fdac" providerId="ADAL" clId="{181E771D-41FB-4ABB-835C-C984BAB448BD}" dt="2026-06-24T22:09:50.501" v="1517" actId="478"/>
          <ac:spMkLst>
            <pc:docMk/>
            <pc:sldMk cId="944074923" sldId="257"/>
            <ac:spMk id="28" creationId="{3FC5D27E-3E53-B82A-0F1B-3FC4409E5D93}"/>
          </ac:spMkLst>
        </pc:spChg>
        <pc:spChg chg="del">
          <ac:chgData name="Maxwell, Andre" userId="24f3e971-f6d1-4a2c-91f0-ff1b3394fdac" providerId="ADAL" clId="{181E771D-41FB-4ABB-835C-C984BAB448BD}" dt="2026-06-24T22:09:50.501" v="1517" actId="478"/>
          <ac:spMkLst>
            <pc:docMk/>
            <pc:sldMk cId="944074923" sldId="257"/>
            <ac:spMk id="32" creationId="{C7B1C3FF-6711-8119-8B0B-12F62F9EE241}"/>
          </ac:spMkLst>
        </pc:spChg>
        <pc:spChg chg="del">
          <ac:chgData name="Maxwell, Andre" userId="24f3e971-f6d1-4a2c-91f0-ff1b3394fdac" providerId="ADAL" clId="{181E771D-41FB-4ABB-835C-C984BAB448BD}" dt="2026-06-24T22:09:50.501" v="1517" actId="478"/>
          <ac:spMkLst>
            <pc:docMk/>
            <pc:sldMk cId="944074923" sldId="257"/>
            <ac:spMk id="37" creationId="{9F578108-2E14-880C-BA74-1BBA35BF829D}"/>
          </ac:spMkLst>
        </pc:spChg>
        <pc:spChg chg="del">
          <ac:chgData name="Maxwell, Andre" userId="24f3e971-f6d1-4a2c-91f0-ff1b3394fdac" providerId="ADAL" clId="{181E771D-41FB-4ABB-835C-C984BAB448BD}" dt="2026-06-24T22:09:50.501" v="1517" actId="478"/>
          <ac:spMkLst>
            <pc:docMk/>
            <pc:sldMk cId="944074923" sldId="257"/>
            <ac:spMk id="39" creationId="{8B1F7370-F69E-1A01-5278-9147B848A150}"/>
          </ac:spMkLst>
        </pc:spChg>
        <pc:spChg chg="del">
          <ac:chgData name="Maxwell, Andre" userId="24f3e971-f6d1-4a2c-91f0-ff1b3394fdac" providerId="ADAL" clId="{181E771D-41FB-4ABB-835C-C984BAB448BD}" dt="2026-06-24T22:09:50.501" v="1517" actId="478"/>
          <ac:spMkLst>
            <pc:docMk/>
            <pc:sldMk cId="944074923" sldId="257"/>
            <ac:spMk id="48" creationId="{DA334F2E-C335-C6A6-BEFE-1B4F0CEC99C2}"/>
          </ac:spMkLst>
        </pc:spChg>
        <pc:spChg chg="del">
          <ac:chgData name="Maxwell, Andre" userId="24f3e971-f6d1-4a2c-91f0-ff1b3394fdac" providerId="ADAL" clId="{181E771D-41FB-4ABB-835C-C984BAB448BD}" dt="2026-06-24T22:09:50.501" v="1517" actId="478"/>
          <ac:spMkLst>
            <pc:docMk/>
            <pc:sldMk cId="944074923" sldId="257"/>
            <ac:spMk id="51" creationId="{8593E0DD-6DE9-F3D2-D166-FE6BEA007FEC}"/>
          </ac:spMkLst>
        </pc:spChg>
        <pc:spChg chg="del">
          <ac:chgData name="Maxwell, Andre" userId="24f3e971-f6d1-4a2c-91f0-ff1b3394fdac" providerId="ADAL" clId="{181E771D-41FB-4ABB-835C-C984BAB448BD}" dt="2026-06-24T22:09:50.501" v="1517" actId="478"/>
          <ac:spMkLst>
            <pc:docMk/>
            <pc:sldMk cId="944074923" sldId="257"/>
            <ac:spMk id="52" creationId="{869F7801-C99B-D77F-FBFF-82551210BD4B}"/>
          </ac:spMkLst>
        </pc:spChg>
      </pc:sldChg>
      <pc:sldChg chg="del">
        <pc:chgData name="Maxwell, Andre" userId="24f3e971-f6d1-4a2c-91f0-ff1b3394fdac" providerId="ADAL" clId="{181E771D-41FB-4ABB-835C-C984BAB448BD}" dt="2026-06-24T22:36:51.732" v="1519" actId="47"/>
        <pc:sldMkLst>
          <pc:docMk/>
          <pc:sldMk cId="956639452" sldId="258"/>
        </pc:sldMkLst>
      </pc:sldChg>
      <pc:sldChg chg="add">
        <pc:chgData name="Maxwell, Andre" userId="24f3e971-f6d1-4a2c-91f0-ff1b3394fdac" providerId="ADAL" clId="{181E771D-41FB-4ABB-835C-C984BAB448BD}" dt="2026-06-25T20:42:03.547" v="2275"/>
        <pc:sldMkLst>
          <pc:docMk/>
          <pc:sldMk cId="1143196759" sldId="259"/>
        </pc:sldMkLst>
      </pc:sldChg>
      <pc:sldChg chg="modSp del mod">
        <pc:chgData name="Maxwell, Andre" userId="24f3e971-f6d1-4a2c-91f0-ff1b3394fdac" providerId="ADAL" clId="{181E771D-41FB-4ABB-835C-C984BAB448BD}" dt="2026-06-25T20:41:57.388" v="2274" actId="2696"/>
        <pc:sldMkLst>
          <pc:docMk/>
          <pc:sldMk cId="3414504581" sldId="259"/>
        </pc:sldMkLst>
        <pc:picChg chg="mod">
          <ac:chgData name="Maxwell, Andre" userId="24f3e971-f6d1-4a2c-91f0-ff1b3394fdac" providerId="ADAL" clId="{181E771D-41FB-4ABB-835C-C984BAB448BD}" dt="2026-06-24T22:06:50.805" v="1415" actId="1076"/>
          <ac:picMkLst>
            <pc:docMk/>
            <pc:sldMk cId="3414504581" sldId="259"/>
            <ac:picMk id="5" creationId="{4DE64543-7331-2B57-EEDF-1A81AEC7F4BE}"/>
          </ac:picMkLst>
        </pc:picChg>
      </pc:sldChg>
      <pc:sldChg chg="addSp delSp modSp new mod">
        <pc:chgData name="Maxwell, Andre" userId="24f3e971-f6d1-4a2c-91f0-ff1b3394fdac" providerId="ADAL" clId="{181E771D-41FB-4ABB-835C-C984BAB448BD}" dt="2026-06-24T22:09:11.629" v="1516" actId="20577"/>
        <pc:sldMkLst>
          <pc:docMk/>
          <pc:sldMk cId="1712736495" sldId="260"/>
        </pc:sldMkLst>
        <pc:spChg chg="del mod">
          <ac:chgData name="Maxwell, Andre" userId="24f3e971-f6d1-4a2c-91f0-ff1b3394fdac" providerId="ADAL" clId="{181E771D-41FB-4ABB-835C-C984BAB448BD}" dt="2026-06-24T18:34:29.720" v="3" actId="478"/>
          <ac:spMkLst>
            <pc:docMk/>
            <pc:sldMk cId="1712736495" sldId="260"/>
            <ac:spMk id="2" creationId="{601F996C-170A-C018-62D0-9EF4FA7D393F}"/>
          </ac:spMkLst>
        </pc:spChg>
        <pc:spChg chg="add del">
          <ac:chgData name="Maxwell, Andre" userId="24f3e971-f6d1-4a2c-91f0-ff1b3394fdac" providerId="ADAL" clId="{181E771D-41FB-4ABB-835C-C984BAB448BD}" dt="2026-06-24T21:57:14.564" v="1099" actId="22"/>
          <ac:spMkLst>
            <pc:docMk/>
            <pc:sldMk cId="1712736495" sldId="260"/>
            <ac:spMk id="3" creationId="{861E5F50-B4E8-D047-0E03-611947BEC692}"/>
          </ac:spMkLst>
        </pc:spChg>
        <pc:spChg chg="del">
          <ac:chgData name="Maxwell, Andre" userId="24f3e971-f6d1-4a2c-91f0-ff1b3394fdac" providerId="ADAL" clId="{181E771D-41FB-4ABB-835C-C984BAB448BD}" dt="2026-06-24T18:34:29.720" v="3" actId="478"/>
          <ac:spMkLst>
            <pc:docMk/>
            <pc:sldMk cId="1712736495" sldId="260"/>
            <ac:spMk id="3" creationId="{CDB04118-7D48-90DD-28E8-21FE198CE73F}"/>
          </ac:spMkLst>
        </pc:spChg>
        <pc:spChg chg="add del mod">
          <ac:chgData name="Maxwell, Andre" userId="24f3e971-f6d1-4a2c-91f0-ff1b3394fdac" providerId="ADAL" clId="{181E771D-41FB-4ABB-835C-C984BAB448BD}" dt="2026-06-24T18:44:33.265" v="223" actId="478"/>
          <ac:spMkLst>
            <pc:docMk/>
            <pc:sldMk cId="1712736495" sldId="260"/>
            <ac:spMk id="4" creationId="{47EF3DDC-3175-4224-B259-BF87ED1DAF03}"/>
          </ac:spMkLst>
        </pc:spChg>
        <pc:spChg chg="del mod">
          <ac:chgData name="Maxwell, Andre" userId="24f3e971-f6d1-4a2c-91f0-ff1b3394fdac" providerId="ADAL" clId="{181E771D-41FB-4ABB-835C-C984BAB448BD}" dt="2026-06-24T18:44:33.265" v="223" actId="478"/>
          <ac:spMkLst>
            <pc:docMk/>
            <pc:sldMk cId="1712736495" sldId="260"/>
            <ac:spMk id="5" creationId="{4BBCE6C0-795A-4C2B-3499-A650478C145A}"/>
          </ac:spMkLst>
        </pc:spChg>
        <pc:spChg chg="mod">
          <ac:chgData name="Maxwell, Andre" userId="24f3e971-f6d1-4a2c-91f0-ff1b3394fdac" providerId="ADAL" clId="{181E771D-41FB-4ABB-835C-C984BAB448BD}" dt="2026-06-24T21:58:42.037" v="1116"/>
          <ac:spMkLst>
            <pc:docMk/>
            <pc:sldMk cId="1712736495" sldId="260"/>
            <ac:spMk id="5" creationId="{67BE1664-BF1D-8901-5FD6-6C9A395A07E7}"/>
          </ac:spMkLst>
        </pc:spChg>
        <pc:spChg chg="del mod">
          <ac:chgData name="Maxwell, Andre" userId="24f3e971-f6d1-4a2c-91f0-ff1b3394fdac" providerId="ADAL" clId="{181E771D-41FB-4ABB-835C-C984BAB448BD}" dt="2026-06-24T18:44:33.265" v="223" actId="478"/>
          <ac:spMkLst>
            <pc:docMk/>
            <pc:sldMk cId="1712736495" sldId="260"/>
            <ac:spMk id="6" creationId="{3C56FE32-EB37-EE91-0F0D-D2042341CF0C}"/>
          </ac:spMkLst>
        </pc:spChg>
        <pc:spChg chg="mod">
          <ac:chgData name="Maxwell, Andre" userId="24f3e971-f6d1-4a2c-91f0-ff1b3394fdac" providerId="ADAL" clId="{181E771D-41FB-4ABB-835C-C984BAB448BD}" dt="2026-06-24T21:57:18.235" v="1100"/>
          <ac:spMkLst>
            <pc:docMk/>
            <pc:sldMk cId="1712736495" sldId="260"/>
            <ac:spMk id="7" creationId="{072F790D-275C-4DFC-31CF-3D85BA20086A}"/>
          </ac:spMkLst>
        </pc:spChg>
        <pc:spChg chg="add del mod">
          <ac:chgData name="Maxwell, Andre" userId="24f3e971-f6d1-4a2c-91f0-ff1b3394fdac" providerId="ADAL" clId="{181E771D-41FB-4ABB-835C-C984BAB448BD}" dt="2026-06-24T18:44:33.265" v="223" actId="478"/>
          <ac:spMkLst>
            <pc:docMk/>
            <pc:sldMk cId="1712736495" sldId="260"/>
            <ac:spMk id="7" creationId="{102AEF7C-5A9B-E3B6-E60D-EDBD6E17129B}"/>
          </ac:spMkLst>
        </pc:spChg>
        <pc:spChg chg="mod">
          <ac:chgData name="Maxwell, Andre" userId="24f3e971-f6d1-4a2c-91f0-ff1b3394fdac" providerId="ADAL" clId="{181E771D-41FB-4ABB-835C-C984BAB448BD}" dt="2026-06-24T21:57:18.235" v="1100"/>
          <ac:spMkLst>
            <pc:docMk/>
            <pc:sldMk cId="1712736495" sldId="260"/>
            <ac:spMk id="8" creationId="{8F60DFB0-8E8D-747D-A867-C84E57DD2E8B}"/>
          </ac:spMkLst>
        </pc:spChg>
        <pc:spChg chg="del mod">
          <ac:chgData name="Maxwell, Andre" userId="24f3e971-f6d1-4a2c-91f0-ff1b3394fdac" providerId="ADAL" clId="{181E771D-41FB-4ABB-835C-C984BAB448BD}" dt="2026-06-24T18:44:33.265" v="223" actId="478"/>
          <ac:spMkLst>
            <pc:docMk/>
            <pc:sldMk cId="1712736495" sldId="260"/>
            <ac:spMk id="8" creationId="{C950BDF6-D1B2-BEFB-1A42-FAA5ED8334C6}"/>
          </ac:spMkLst>
        </pc:spChg>
        <pc:spChg chg="del mod">
          <ac:chgData name="Maxwell, Andre" userId="24f3e971-f6d1-4a2c-91f0-ff1b3394fdac" providerId="ADAL" clId="{181E771D-41FB-4ABB-835C-C984BAB448BD}" dt="2026-06-24T18:44:33.265" v="223" actId="478"/>
          <ac:spMkLst>
            <pc:docMk/>
            <pc:sldMk cId="1712736495" sldId="260"/>
            <ac:spMk id="9" creationId="{979118FE-5A5B-6695-1890-350AD978B540}"/>
          </ac:spMkLst>
        </pc:spChg>
        <pc:spChg chg="add mod">
          <ac:chgData name="Maxwell, Andre" userId="24f3e971-f6d1-4a2c-91f0-ff1b3394fdac" providerId="ADAL" clId="{181E771D-41FB-4ABB-835C-C984BAB448BD}" dt="2026-06-24T22:03:04.457" v="1251" actId="1076"/>
          <ac:spMkLst>
            <pc:docMk/>
            <pc:sldMk cId="1712736495" sldId="260"/>
            <ac:spMk id="10" creationId="{CC044F58-3F91-7BED-46F6-F2AE066420F5}"/>
          </ac:spMkLst>
        </pc:spChg>
        <pc:spChg chg="del mod">
          <ac:chgData name="Maxwell, Andre" userId="24f3e971-f6d1-4a2c-91f0-ff1b3394fdac" providerId="ADAL" clId="{181E771D-41FB-4ABB-835C-C984BAB448BD}" dt="2026-06-24T18:58:44.118" v="734" actId="478"/>
          <ac:spMkLst>
            <pc:docMk/>
            <pc:sldMk cId="1712736495" sldId="260"/>
            <ac:spMk id="10" creationId="{DE5906EC-51C3-B4B0-3352-B20E6AFA6508}"/>
          </ac:spMkLst>
        </pc:spChg>
        <pc:spChg chg="del mod">
          <ac:chgData name="Maxwell, Andre" userId="24f3e971-f6d1-4a2c-91f0-ff1b3394fdac" providerId="ADAL" clId="{181E771D-41FB-4ABB-835C-C984BAB448BD}" dt="2026-06-24T18:58:44.118" v="734" actId="478"/>
          <ac:spMkLst>
            <pc:docMk/>
            <pc:sldMk cId="1712736495" sldId="260"/>
            <ac:spMk id="11" creationId="{8232BE8E-82C0-11AB-AAE6-5DF5D45282B8}"/>
          </ac:spMkLst>
        </pc:spChg>
        <pc:spChg chg="mod">
          <ac:chgData name="Maxwell, Andre" userId="24f3e971-f6d1-4a2c-91f0-ff1b3394fdac" providerId="ADAL" clId="{181E771D-41FB-4ABB-835C-C984BAB448BD}" dt="2026-06-24T21:58:56.760" v="1118"/>
          <ac:spMkLst>
            <pc:docMk/>
            <pc:sldMk cId="1712736495" sldId="260"/>
            <ac:spMk id="12" creationId="{7009628A-DCDC-4834-FCD6-DD6C617E993C}"/>
          </ac:spMkLst>
        </pc:spChg>
        <pc:spChg chg="add mod">
          <ac:chgData name="Maxwell, Andre" userId="24f3e971-f6d1-4a2c-91f0-ff1b3394fdac" providerId="ADAL" clId="{181E771D-41FB-4ABB-835C-C984BAB448BD}" dt="2026-06-24T18:40:27.638" v="68" actId="164"/>
          <ac:spMkLst>
            <pc:docMk/>
            <pc:sldMk cId="1712736495" sldId="260"/>
            <ac:spMk id="12" creationId="{FB093246-0C9B-217F-FF16-FF1480E9D782}"/>
          </ac:spMkLst>
        </pc:spChg>
        <pc:spChg chg="del mod">
          <ac:chgData name="Maxwell, Andre" userId="24f3e971-f6d1-4a2c-91f0-ff1b3394fdac" providerId="ADAL" clId="{181E771D-41FB-4ABB-835C-C984BAB448BD}" dt="2026-06-24T18:50:28.312" v="483" actId="478"/>
          <ac:spMkLst>
            <pc:docMk/>
            <pc:sldMk cId="1712736495" sldId="260"/>
            <ac:spMk id="13" creationId="{B13706B8-BBF5-8949-2777-7ADAAD0F1991}"/>
          </ac:spMkLst>
        </pc:spChg>
        <pc:spChg chg="del mod">
          <ac:chgData name="Maxwell, Andre" userId="24f3e971-f6d1-4a2c-91f0-ff1b3394fdac" providerId="ADAL" clId="{181E771D-41FB-4ABB-835C-C984BAB448BD}" dt="2026-06-24T18:48:55.679" v="428" actId="478"/>
          <ac:spMkLst>
            <pc:docMk/>
            <pc:sldMk cId="1712736495" sldId="260"/>
            <ac:spMk id="14" creationId="{7E9C39BF-646E-FACE-02CA-B41A75A154F8}"/>
          </ac:spMkLst>
        </pc:spChg>
        <pc:spChg chg="mod">
          <ac:chgData name="Maxwell, Andre" userId="24f3e971-f6d1-4a2c-91f0-ff1b3394fdac" providerId="ADAL" clId="{181E771D-41FB-4ABB-835C-C984BAB448BD}" dt="2026-06-24T21:57:22.198" v="1102"/>
          <ac:spMkLst>
            <pc:docMk/>
            <pc:sldMk cId="1712736495" sldId="260"/>
            <ac:spMk id="14" creationId="{B855AFE0-402D-7807-7C03-25224BB637A5}"/>
          </ac:spMkLst>
        </pc:spChg>
        <pc:spChg chg="mod">
          <ac:chgData name="Maxwell, Andre" userId="24f3e971-f6d1-4a2c-91f0-ff1b3394fdac" providerId="ADAL" clId="{181E771D-41FB-4ABB-835C-C984BAB448BD}" dt="2026-06-24T21:57:22.198" v="1102"/>
          <ac:spMkLst>
            <pc:docMk/>
            <pc:sldMk cId="1712736495" sldId="260"/>
            <ac:spMk id="15" creationId="{416372F4-E053-E366-6726-B64C439C06A5}"/>
          </ac:spMkLst>
        </pc:spChg>
        <pc:spChg chg="add del mod">
          <ac:chgData name="Maxwell, Andre" userId="24f3e971-f6d1-4a2c-91f0-ff1b3394fdac" providerId="ADAL" clId="{181E771D-41FB-4ABB-835C-C984BAB448BD}" dt="2026-06-24T18:48:56.760" v="429" actId="478"/>
          <ac:spMkLst>
            <pc:docMk/>
            <pc:sldMk cId="1712736495" sldId="260"/>
            <ac:spMk id="15" creationId="{E5744A6E-4189-BF7D-D23D-13A0769F76F3}"/>
          </ac:spMkLst>
        </pc:spChg>
        <pc:spChg chg="del mod">
          <ac:chgData name="Maxwell, Andre" userId="24f3e971-f6d1-4a2c-91f0-ff1b3394fdac" providerId="ADAL" clId="{181E771D-41FB-4ABB-835C-C984BAB448BD}" dt="2026-06-24T18:58:44.118" v="734" actId="478"/>
          <ac:spMkLst>
            <pc:docMk/>
            <pc:sldMk cId="1712736495" sldId="260"/>
            <ac:spMk id="16" creationId="{F52F5511-B263-A25D-8927-B9630542FF60}"/>
          </ac:spMkLst>
        </pc:spChg>
        <pc:spChg chg="del mod">
          <ac:chgData name="Maxwell, Andre" userId="24f3e971-f6d1-4a2c-91f0-ff1b3394fdac" providerId="ADAL" clId="{181E771D-41FB-4ABB-835C-C984BAB448BD}" dt="2026-06-24T18:58:44.118" v="734" actId="478"/>
          <ac:spMkLst>
            <pc:docMk/>
            <pc:sldMk cId="1712736495" sldId="260"/>
            <ac:spMk id="17" creationId="{3348EA1A-7F70-A1E1-16FA-AB796F7F2113}"/>
          </ac:spMkLst>
        </pc:spChg>
        <pc:spChg chg="add mod">
          <ac:chgData name="Maxwell, Andre" userId="24f3e971-f6d1-4a2c-91f0-ff1b3394fdac" providerId="ADAL" clId="{181E771D-41FB-4ABB-835C-C984BAB448BD}" dt="2026-06-24T22:03:04.457" v="1251" actId="1076"/>
          <ac:spMkLst>
            <pc:docMk/>
            <pc:sldMk cId="1712736495" sldId="260"/>
            <ac:spMk id="17" creationId="{8B8BF14E-34AA-58CB-F1F5-B0733B7D7F3A}"/>
          </ac:spMkLst>
        </pc:spChg>
        <pc:spChg chg="add del mod">
          <ac:chgData name="Maxwell, Andre" userId="24f3e971-f6d1-4a2c-91f0-ff1b3394fdac" providerId="ADAL" clId="{181E771D-41FB-4ABB-835C-C984BAB448BD}" dt="2026-06-24T18:48:57.742" v="430" actId="478"/>
          <ac:spMkLst>
            <pc:docMk/>
            <pc:sldMk cId="1712736495" sldId="260"/>
            <ac:spMk id="18" creationId="{C4524243-60F1-2E74-6E3B-69890B4E2EB5}"/>
          </ac:spMkLst>
        </pc:spChg>
        <pc:spChg chg="add del mod">
          <ac:chgData name="Maxwell, Andre" userId="24f3e971-f6d1-4a2c-91f0-ff1b3394fdac" providerId="ADAL" clId="{181E771D-41FB-4ABB-835C-C984BAB448BD}" dt="2026-06-24T18:49:39.526" v="466" actId="478"/>
          <ac:spMkLst>
            <pc:docMk/>
            <pc:sldMk cId="1712736495" sldId="260"/>
            <ac:spMk id="19" creationId="{6F4DDA94-30F8-66C5-E552-80CBFF57CEC4}"/>
          </ac:spMkLst>
        </pc:spChg>
        <pc:spChg chg="mod">
          <ac:chgData name="Maxwell, Andre" userId="24f3e971-f6d1-4a2c-91f0-ff1b3394fdac" providerId="ADAL" clId="{181E771D-41FB-4ABB-835C-C984BAB448BD}" dt="2026-06-24T22:01:44.156" v="1193"/>
          <ac:spMkLst>
            <pc:docMk/>
            <pc:sldMk cId="1712736495" sldId="260"/>
            <ac:spMk id="19" creationId="{9653D4E2-9CFF-2F2E-AB9E-B25534B24BB9}"/>
          </ac:spMkLst>
        </pc:spChg>
        <pc:spChg chg="del mod">
          <ac:chgData name="Maxwell, Andre" userId="24f3e971-f6d1-4a2c-91f0-ff1b3394fdac" providerId="ADAL" clId="{181E771D-41FB-4ABB-835C-C984BAB448BD}" dt="2026-06-24T18:49:39.526" v="466" actId="478"/>
          <ac:spMkLst>
            <pc:docMk/>
            <pc:sldMk cId="1712736495" sldId="260"/>
            <ac:spMk id="20" creationId="{CEB6B997-3DFB-281B-F2C2-4BD0E2086DDF}"/>
          </ac:spMkLst>
        </pc:spChg>
        <pc:spChg chg="del">
          <ac:chgData name="Maxwell, Andre" userId="24f3e971-f6d1-4a2c-91f0-ff1b3394fdac" providerId="ADAL" clId="{181E771D-41FB-4ABB-835C-C984BAB448BD}" dt="2026-06-24T18:52:24.587" v="537" actId="478"/>
          <ac:spMkLst>
            <pc:docMk/>
            <pc:sldMk cId="1712736495" sldId="260"/>
            <ac:spMk id="21" creationId="{11EEC2D9-FCD1-8BFB-D978-2F6563E98DC3}"/>
          </ac:spMkLst>
        </pc:spChg>
        <pc:spChg chg="mod">
          <ac:chgData name="Maxwell, Andre" userId="24f3e971-f6d1-4a2c-91f0-ff1b3394fdac" providerId="ADAL" clId="{181E771D-41FB-4ABB-835C-C984BAB448BD}" dt="2026-06-24T21:57:26.696" v="1104"/>
          <ac:spMkLst>
            <pc:docMk/>
            <pc:sldMk cId="1712736495" sldId="260"/>
            <ac:spMk id="21" creationId="{FE34C4CE-74F9-1E1A-DE62-0B9000FAFDDB}"/>
          </ac:spMkLst>
        </pc:spChg>
        <pc:spChg chg="add del mod">
          <ac:chgData name="Maxwell, Andre" userId="24f3e971-f6d1-4a2c-91f0-ff1b3394fdac" providerId="ADAL" clId="{181E771D-41FB-4ABB-835C-C984BAB448BD}" dt="2026-06-24T18:52:53.921" v="571" actId="478"/>
          <ac:spMkLst>
            <pc:docMk/>
            <pc:sldMk cId="1712736495" sldId="260"/>
            <ac:spMk id="22" creationId="{3B9901F3-E1CE-08F0-A622-37FC54F2CF06}"/>
          </ac:spMkLst>
        </pc:spChg>
        <pc:spChg chg="mod">
          <ac:chgData name="Maxwell, Andre" userId="24f3e971-f6d1-4a2c-91f0-ff1b3394fdac" providerId="ADAL" clId="{181E771D-41FB-4ABB-835C-C984BAB448BD}" dt="2026-06-24T21:57:26.696" v="1104"/>
          <ac:spMkLst>
            <pc:docMk/>
            <pc:sldMk cId="1712736495" sldId="260"/>
            <ac:spMk id="22" creationId="{B9208233-5373-C2A3-C2A6-D22B5A292F88}"/>
          </ac:spMkLst>
        </pc:spChg>
        <pc:spChg chg="del">
          <ac:chgData name="Maxwell, Andre" userId="24f3e971-f6d1-4a2c-91f0-ff1b3394fdac" providerId="ADAL" clId="{181E771D-41FB-4ABB-835C-C984BAB448BD}" dt="2026-06-24T18:52:55.719" v="572" actId="478"/>
          <ac:spMkLst>
            <pc:docMk/>
            <pc:sldMk cId="1712736495" sldId="260"/>
            <ac:spMk id="23" creationId="{E6826127-D46D-F1AA-26D8-FA8E53215CBF}"/>
          </ac:spMkLst>
        </pc:spChg>
        <pc:spChg chg="add del mod">
          <ac:chgData name="Maxwell, Andre" userId="24f3e971-f6d1-4a2c-91f0-ff1b3394fdac" providerId="ADAL" clId="{181E771D-41FB-4ABB-835C-C984BAB448BD}" dt="2026-06-24T18:53:49.832" v="600" actId="478"/>
          <ac:spMkLst>
            <pc:docMk/>
            <pc:sldMk cId="1712736495" sldId="260"/>
            <ac:spMk id="24" creationId="{4FCB1073-792E-9CBF-7EA2-6848EB13925D}"/>
          </ac:spMkLst>
        </pc:spChg>
        <pc:spChg chg="add mod">
          <ac:chgData name="Maxwell, Andre" userId="24f3e971-f6d1-4a2c-91f0-ff1b3394fdac" providerId="ADAL" clId="{181E771D-41FB-4ABB-835C-C984BAB448BD}" dt="2026-06-24T22:03:04.457" v="1251" actId="1076"/>
          <ac:spMkLst>
            <pc:docMk/>
            <pc:sldMk cId="1712736495" sldId="260"/>
            <ac:spMk id="24" creationId="{D90D228E-EC4A-E63F-C9E0-FF8122320C47}"/>
          </ac:spMkLst>
        </pc:spChg>
        <pc:spChg chg="del">
          <ac:chgData name="Maxwell, Andre" userId="24f3e971-f6d1-4a2c-91f0-ff1b3394fdac" providerId="ADAL" clId="{181E771D-41FB-4ABB-835C-C984BAB448BD}" dt="2026-06-24T18:53:49.832" v="600" actId="478"/>
          <ac:spMkLst>
            <pc:docMk/>
            <pc:sldMk cId="1712736495" sldId="260"/>
            <ac:spMk id="25" creationId="{1A4CE218-762A-78BC-053F-63E9A69689A5}"/>
          </ac:spMkLst>
        </pc:spChg>
        <pc:spChg chg="mod">
          <ac:chgData name="Maxwell, Andre" userId="24f3e971-f6d1-4a2c-91f0-ff1b3394fdac" providerId="ADAL" clId="{181E771D-41FB-4ABB-835C-C984BAB448BD}" dt="2026-06-24T21:57:38.721" v="1107" actId="571"/>
          <ac:spMkLst>
            <pc:docMk/>
            <pc:sldMk cId="1712736495" sldId="260"/>
            <ac:spMk id="26" creationId="{EBA8A2E4-3CF6-F3D0-4E31-7FEF060EDD00}"/>
          </ac:spMkLst>
        </pc:spChg>
        <pc:spChg chg="del mod">
          <ac:chgData name="Maxwell, Andre" userId="24f3e971-f6d1-4a2c-91f0-ff1b3394fdac" providerId="ADAL" clId="{181E771D-41FB-4ABB-835C-C984BAB448BD}" dt="2026-06-24T18:50:31.354" v="484" actId="478"/>
          <ac:spMkLst>
            <pc:docMk/>
            <pc:sldMk cId="1712736495" sldId="260"/>
            <ac:spMk id="26" creationId="{F3AC08BA-6860-DA6D-09DF-662EFEAEE1CC}"/>
          </ac:spMkLst>
        </pc:spChg>
        <pc:spChg chg="del mod">
          <ac:chgData name="Maxwell, Andre" userId="24f3e971-f6d1-4a2c-91f0-ff1b3394fdac" providerId="ADAL" clId="{181E771D-41FB-4ABB-835C-C984BAB448BD}" dt="2026-06-24T18:53:53.009" v="601" actId="478"/>
          <ac:spMkLst>
            <pc:docMk/>
            <pc:sldMk cId="1712736495" sldId="260"/>
            <ac:spMk id="27" creationId="{5860D7D5-6F6C-B729-54FF-C193AFE66322}"/>
          </ac:spMkLst>
        </pc:spChg>
        <pc:spChg chg="add del mod">
          <ac:chgData name="Maxwell, Andre" userId="24f3e971-f6d1-4a2c-91f0-ff1b3394fdac" providerId="ADAL" clId="{181E771D-41FB-4ABB-835C-C984BAB448BD}" dt="2026-06-24T18:58:44.118" v="734" actId="478"/>
          <ac:spMkLst>
            <pc:docMk/>
            <pc:sldMk cId="1712736495" sldId="260"/>
            <ac:spMk id="28" creationId="{0C044824-B514-FD29-6CDE-9B211C7D2B83}"/>
          </ac:spMkLst>
        </pc:spChg>
        <pc:spChg chg="mod">
          <ac:chgData name="Maxwell, Andre" userId="24f3e971-f6d1-4a2c-91f0-ff1b3394fdac" providerId="ADAL" clId="{181E771D-41FB-4ABB-835C-C984BAB448BD}" dt="2026-06-24T21:57:38.721" v="1107" actId="571"/>
          <ac:spMkLst>
            <pc:docMk/>
            <pc:sldMk cId="1712736495" sldId="260"/>
            <ac:spMk id="28" creationId="{B2579570-F23E-14A7-95E6-C08C08C13D3D}"/>
          </ac:spMkLst>
        </pc:spChg>
        <pc:spChg chg="mod">
          <ac:chgData name="Maxwell, Andre" userId="24f3e971-f6d1-4a2c-91f0-ff1b3394fdac" providerId="ADAL" clId="{181E771D-41FB-4ABB-835C-C984BAB448BD}" dt="2026-06-24T21:57:38.721" v="1107" actId="571"/>
          <ac:spMkLst>
            <pc:docMk/>
            <pc:sldMk cId="1712736495" sldId="260"/>
            <ac:spMk id="29" creationId="{77FCF0A6-DC30-F486-9130-E0B1A4EB67CE}"/>
          </ac:spMkLst>
        </pc:spChg>
        <pc:spChg chg="del mod">
          <ac:chgData name="Maxwell, Andre" userId="24f3e971-f6d1-4a2c-91f0-ff1b3394fdac" providerId="ADAL" clId="{181E771D-41FB-4ABB-835C-C984BAB448BD}" dt="2026-06-24T18:58:44.118" v="734" actId="478"/>
          <ac:spMkLst>
            <pc:docMk/>
            <pc:sldMk cId="1712736495" sldId="260"/>
            <ac:spMk id="29" creationId="{C21D6467-D665-74E5-26C4-0754BC350DFA}"/>
          </ac:spMkLst>
        </pc:spChg>
        <pc:spChg chg="del mod">
          <ac:chgData name="Maxwell, Andre" userId="24f3e971-f6d1-4a2c-91f0-ff1b3394fdac" providerId="ADAL" clId="{181E771D-41FB-4ABB-835C-C984BAB448BD}" dt="2026-06-24T18:58:44.118" v="734" actId="478"/>
          <ac:spMkLst>
            <pc:docMk/>
            <pc:sldMk cId="1712736495" sldId="260"/>
            <ac:spMk id="30" creationId="{F98593F3-EE63-A9C2-0CAA-312141DC52D1}"/>
          </ac:spMkLst>
        </pc:spChg>
        <pc:spChg chg="del mod">
          <ac:chgData name="Maxwell, Andre" userId="24f3e971-f6d1-4a2c-91f0-ff1b3394fdac" providerId="ADAL" clId="{181E771D-41FB-4ABB-835C-C984BAB448BD}" dt="2026-06-24T18:58:44.118" v="734" actId="478"/>
          <ac:spMkLst>
            <pc:docMk/>
            <pc:sldMk cId="1712736495" sldId="260"/>
            <ac:spMk id="31" creationId="{6C96C0CE-8B4F-519F-0EF9-A51BBF402BC0}"/>
          </ac:spMkLst>
        </pc:spChg>
        <pc:spChg chg="mod">
          <ac:chgData name="Maxwell, Andre" userId="24f3e971-f6d1-4a2c-91f0-ff1b3394fdac" providerId="ADAL" clId="{181E771D-41FB-4ABB-835C-C984BAB448BD}" dt="2026-06-24T21:57:38.721" v="1107" actId="571"/>
          <ac:spMkLst>
            <pc:docMk/>
            <pc:sldMk cId="1712736495" sldId="260"/>
            <ac:spMk id="32" creationId="{4E7982B0-767A-5D3B-915E-3B968C361B21}"/>
          </ac:spMkLst>
        </pc:spChg>
        <pc:spChg chg="del mod">
          <ac:chgData name="Maxwell, Andre" userId="24f3e971-f6d1-4a2c-91f0-ff1b3394fdac" providerId="ADAL" clId="{181E771D-41FB-4ABB-835C-C984BAB448BD}" dt="2026-06-24T18:50:28.312" v="483" actId="478"/>
          <ac:spMkLst>
            <pc:docMk/>
            <pc:sldMk cId="1712736495" sldId="260"/>
            <ac:spMk id="32" creationId="{CC74EED4-5D38-5A1A-89DB-A02696CC0DCA}"/>
          </ac:spMkLst>
        </pc:spChg>
        <pc:spChg chg="add del mod">
          <ac:chgData name="Maxwell, Andre" userId="24f3e971-f6d1-4a2c-91f0-ff1b3394fdac" providerId="ADAL" clId="{181E771D-41FB-4ABB-835C-C984BAB448BD}" dt="2026-06-24T18:50:28.312" v="483" actId="478"/>
          <ac:spMkLst>
            <pc:docMk/>
            <pc:sldMk cId="1712736495" sldId="260"/>
            <ac:spMk id="33" creationId="{CCC86887-3D17-E56B-24FB-D7DF0DF47FDF}"/>
          </ac:spMkLst>
        </pc:spChg>
        <pc:spChg chg="mod">
          <ac:chgData name="Maxwell, Andre" userId="24f3e971-f6d1-4a2c-91f0-ff1b3394fdac" providerId="ADAL" clId="{181E771D-41FB-4ABB-835C-C984BAB448BD}" dt="2026-06-24T21:57:38.721" v="1107" actId="571"/>
          <ac:spMkLst>
            <pc:docMk/>
            <pc:sldMk cId="1712736495" sldId="260"/>
            <ac:spMk id="34" creationId="{003396D7-6D20-F6EB-9E40-E03B1FD0BD83}"/>
          </ac:spMkLst>
        </pc:spChg>
        <pc:spChg chg="add del mod">
          <ac:chgData name="Maxwell, Andre" userId="24f3e971-f6d1-4a2c-91f0-ff1b3394fdac" providerId="ADAL" clId="{181E771D-41FB-4ABB-835C-C984BAB448BD}" dt="2026-06-24T18:48:54.225" v="427" actId="478"/>
          <ac:spMkLst>
            <pc:docMk/>
            <pc:sldMk cId="1712736495" sldId="260"/>
            <ac:spMk id="34" creationId="{23122243-5158-D28B-E908-15C4AAE2E6DE}"/>
          </ac:spMkLst>
        </pc:spChg>
        <pc:spChg chg="add mod">
          <ac:chgData name="Maxwell, Andre" userId="24f3e971-f6d1-4a2c-91f0-ff1b3394fdac" providerId="ADAL" clId="{181E771D-41FB-4ABB-835C-C984BAB448BD}" dt="2026-06-24T18:40:01.878" v="64" actId="164"/>
          <ac:spMkLst>
            <pc:docMk/>
            <pc:sldMk cId="1712736495" sldId="260"/>
            <ac:spMk id="35" creationId="{F5E901E1-89A6-72A9-FAC5-214ACC3183D9}"/>
          </ac:spMkLst>
        </pc:spChg>
        <pc:spChg chg="mod">
          <ac:chgData name="Maxwell, Andre" userId="24f3e971-f6d1-4a2c-91f0-ff1b3394fdac" providerId="ADAL" clId="{181E771D-41FB-4ABB-835C-C984BAB448BD}" dt="2026-06-24T21:57:38.721" v="1107" actId="571"/>
          <ac:spMkLst>
            <pc:docMk/>
            <pc:sldMk cId="1712736495" sldId="260"/>
            <ac:spMk id="35" creationId="{F8C47418-A223-0DA5-25A8-71EB88B3B2EF}"/>
          </ac:spMkLst>
        </pc:spChg>
        <pc:spChg chg="add del mod">
          <ac:chgData name="Maxwell, Andre" userId="24f3e971-f6d1-4a2c-91f0-ff1b3394fdac" providerId="ADAL" clId="{181E771D-41FB-4ABB-835C-C984BAB448BD}" dt="2026-06-24T18:39:31.720" v="59" actId="478"/>
          <ac:spMkLst>
            <pc:docMk/>
            <pc:sldMk cId="1712736495" sldId="260"/>
            <ac:spMk id="36" creationId="{E846BD5E-0E1D-465C-9A43-99093124C9E0}"/>
          </ac:spMkLst>
        </pc:spChg>
        <pc:spChg chg="add mod">
          <ac:chgData name="Maxwell, Andre" userId="24f3e971-f6d1-4a2c-91f0-ff1b3394fdac" providerId="ADAL" clId="{181E771D-41FB-4ABB-835C-C984BAB448BD}" dt="2026-06-24T18:40:01.878" v="64" actId="164"/>
          <ac:spMkLst>
            <pc:docMk/>
            <pc:sldMk cId="1712736495" sldId="260"/>
            <ac:spMk id="37" creationId="{CECCC209-637B-D34A-11D4-A27FAD569883}"/>
          </ac:spMkLst>
        </pc:spChg>
        <pc:spChg chg="mod">
          <ac:chgData name="Maxwell, Andre" userId="24f3e971-f6d1-4a2c-91f0-ff1b3394fdac" providerId="ADAL" clId="{181E771D-41FB-4ABB-835C-C984BAB448BD}" dt="2026-06-24T21:57:38.721" v="1107" actId="571"/>
          <ac:spMkLst>
            <pc:docMk/>
            <pc:sldMk cId="1712736495" sldId="260"/>
            <ac:spMk id="38" creationId="{229AE96B-5127-43A8-34F5-E1F881CF23A4}"/>
          </ac:spMkLst>
        </pc:spChg>
        <pc:spChg chg="add del">
          <ac:chgData name="Maxwell, Andre" userId="24f3e971-f6d1-4a2c-91f0-ff1b3394fdac" providerId="ADAL" clId="{181E771D-41FB-4ABB-835C-C984BAB448BD}" dt="2026-06-24T18:39:21.447" v="57" actId="22"/>
          <ac:spMkLst>
            <pc:docMk/>
            <pc:sldMk cId="1712736495" sldId="260"/>
            <ac:spMk id="39" creationId="{92400E09-FDA2-4FBF-5B1B-8C2308437D4B}"/>
          </ac:spMkLst>
        </pc:spChg>
        <pc:spChg chg="mod">
          <ac:chgData name="Maxwell, Andre" userId="24f3e971-f6d1-4a2c-91f0-ff1b3394fdac" providerId="ADAL" clId="{181E771D-41FB-4ABB-835C-C984BAB448BD}" dt="2026-06-24T21:57:38.721" v="1107" actId="571"/>
          <ac:spMkLst>
            <pc:docMk/>
            <pc:sldMk cId="1712736495" sldId="260"/>
            <ac:spMk id="44" creationId="{2D6F5781-896F-B2E4-BFCE-5422F7BD47DD}"/>
          </ac:spMkLst>
        </pc:spChg>
        <pc:spChg chg="mod">
          <ac:chgData name="Maxwell, Andre" userId="24f3e971-f6d1-4a2c-91f0-ff1b3394fdac" providerId="ADAL" clId="{181E771D-41FB-4ABB-835C-C984BAB448BD}" dt="2026-06-24T18:40:41.501" v="78" actId="20577"/>
          <ac:spMkLst>
            <pc:docMk/>
            <pc:sldMk cId="1712736495" sldId="260"/>
            <ac:spMk id="45" creationId="{39FA378A-A22B-A466-E578-9C32D932845E}"/>
          </ac:spMkLst>
        </pc:spChg>
        <pc:spChg chg="mod">
          <ac:chgData name="Maxwell, Andre" userId="24f3e971-f6d1-4a2c-91f0-ff1b3394fdac" providerId="ADAL" clId="{181E771D-41FB-4ABB-835C-C984BAB448BD}" dt="2026-06-24T21:57:38.721" v="1107" actId="571"/>
          <ac:spMkLst>
            <pc:docMk/>
            <pc:sldMk cId="1712736495" sldId="260"/>
            <ac:spMk id="46" creationId="{A67FB6F5-FF5C-0674-E61E-C90A1BCEBB52}"/>
          </ac:spMkLst>
        </pc:spChg>
        <pc:spChg chg="mod">
          <ac:chgData name="Maxwell, Andre" userId="24f3e971-f6d1-4a2c-91f0-ff1b3394fdac" providerId="ADAL" clId="{181E771D-41FB-4ABB-835C-C984BAB448BD}" dt="2026-06-24T18:40:34.587" v="69"/>
          <ac:spMkLst>
            <pc:docMk/>
            <pc:sldMk cId="1712736495" sldId="260"/>
            <ac:spMk id="47" creationId="{1EF25838-F36F-7C09-FBAE-33DF94C02B03}"/>
          </ac:spMkLst>
        </pc:spChg>
        <pc:spChg chg="mod">
          <ac:chgData name="Maxwell, Andre" userId="24f3e971-f6d1-4a2c-91f0-ff1b3394fdac" providerId="ADAL" clId="{181E771D-41FB-4ABB-835C-C984BAB448BD}" dt="2026-06-24T21:57:38.721" v="1107" actId="571"/>
          <ac:spMkLst>
            <pc:docMk/>
            <pc:sldMk cId="1712736495" sldId="260"/>
            <ac:spMk id="47" creationId="{6379DEAE-1B6B-48BE-2AC6-BFACF7B821CB}"/>
          </ac:spMkLst>
        </pc:spChg>
        <pc:spChg chg="mod">
          <ac:chgData name="Maxwell, Andre" userId="24f3e971-f6d1-4a2c-91f0-ff1b3394fdac" providerId="ADAL" clId="{181E771D-41FB-4ABB-835C-C984BAB448BD}" dt="2026-06-24T18:40:34.587" v="69"/>
          <ac:spMkLst>
            <pc:docMk/>
            <pc:sldMk cId="1712736495" sldId="260"/>
            <ac:spMk id="48" creationId="{08E02A55-404C-53CD-455D-B756A04D7451}"/>
          </ac:spMkLst>
        </pc:spChg>
        <pc:spChg chg="add mod">
          <ac:chgData name="Maxwell, Andre" userId="24f3e971-f6d1-4a2c-91f0-ff1b3394fdac" providerId="ADAL" clId="{181E771D-41FB-4ABB-835C-C984BAB448BD}" dt="2026-06-24T22:05:52.059" v="1390" actId="21"/>
          <ac:spMkLst>
            <pc:docMk/>
            <pc:sldMk cId="1712736495" sldId="260"/>
            <ac:spMk id="49" creationId="{8081A0B9-5C97-49CE-D893-177F4F3BCC14}"/>
          </ac:spMkLst>
        </pc:spChg>
        <pc:spChg chg="add mod">
          <ac:chgData name="Maxwell, Andre" userId="24f3e971-f6d1-4a2c-91f0-ff1b3394fdac" providerId="ADAL" clId="{181E771D-41FB-4ABB-835C-C984BAB448BD}" dt="2026-06-24T22:04:08.328" v="1279" actId="20577"/>
          <ac:spMkLst>
            <pc:docMk/>
            <pc:sldMk cId="1712736495" sldId="260"/>
            <ac:spMk id="51" creationId="{04277400-1221-E685-B026-7B5FEF8A384F}"/>
          </ac:spMkLst>
        </pc:spChg>
        <pc:spChg chg="mod">
          <ac:chgData name="Maxwell, Andre" userId="24f3e971-f6d1-4a2c-91f0-ff1b3394fdac" providerId="ADAL" clId="{181E771D-41FB-4ABB-835C-C984BAB448BD}" dt="2026-06-24T18:41:05.530" v="100" actId="20577"/>
          <ac:spMkLst>
            <pc:docMk/>
            <pc:sldMk cId="1712736495" sldId="260"/>
            <ac:spMk id="51" creationId="{339E02DB-18A7-81DE-5B1C-D585126D9761}"/>
          </ac:spMkLst>
        </pc:spChg>
        <pc:spChg chg="mod">
          <ac:chgData name="Maxwell, Andre" userId="24f3e971-f6d1-4a2c-91f0-ff1b3394fdac" providerId="ADAL" clId="{181E771D-41FB-4ABB-835C-C984BAB448BD}" dt="2026-06-24T18:40:56.532" v="80"/>
          <ac:spMkLst>
            <pc:docMk/>
            <pc:sldMk cId="1712736495" sldId="260"/>
            <ac:spMk id="53" creationId="{066F2920-2348-9A62-EABF-17FA63B31DCC}"/>
          </ac:spMkLst>
        </pc:spChg>
        <pc:spChg chg="mod">
          <ac:chgData name="Maxwell, Andre" userId="24f3e971-f6d1-4a2c-91f0-ff1b3394fdac" providerId="ADAL" clId="{181E771D-41FB-4ABB-835C-C984BAB448BD}" dt="2026-06-24T22:04:35.163" v="1321" actId="20577"/>
          <ac:spMkLst>
            <pc:docMk/>
            <pc:sldMk cId="1712736495" sldId="260"/>
            <ac:spMk id="53" creationId="{84339BD5-150F-C0B2-DB3E-F60A8C325821}"/>
          </ac:spMkLst>
        </pc:spChg>
        <pc:spChg chg="mod">
          <ac:chgData name="Maxwell, Andre" userId="24f3e971-f6d1-4a2c-91f0-ff1b3394fdac" providerId="ADAL" clId="{181E771D-41FB-4ABB-835C-C984BAB448BD}" dt="2026-06-24T18:40:56.532" v="80"/>
          <ac:spMkLst>
            <pc:docMk/>
            <pc:sldMk cId="1712736495" sldId="260"/>
            <ac:spMk id="54" creationId="{69087982-7114-998D-62D7-6BDF0496404B}"/>
          </ac:spMkLst>
        </pc:spChg>
        <pc:spChg chg="mod">
          <ac:chgData name="Maxwell, Andre" userId="24f3e971-f6d1-4a2c-91f0-ff1b3394fdac" providerId="ADAL" clId="{181E771D-41FB-4ABB-835C-C984BAB448BD}" dt="2026-06-24T22:04:45.240" v="1324" actId="20577"/>
          <ac:spMkLst>
            <pc:docMk/>
            <pc:sldMk cId="1712736495" sldId="260"/>
            <ac:spMk id="55" creationId="{8B39AA16-F0FB-7601-BC0E-B5738116DAA9}"/>
          </ac:spMkLst>
        </pc:spChg>
        <pc:spChg chg="mod">
          <ac:chgData name="Maxwell, Andre" userId="24f3e971-f6d1-4a2c-91f0-ff1b3394fdac" providerId="ADAL" clId="{181E771D-41FB-4ABB-835C-C984BAB448BD}" dt="2026-06-24T22:04:15.053" v="1280"/>
          <ac:spMkLst>
            <pc:docMk/>
            <pc:sldMk cId="1712736495" sldId="260"/>
            <ac:spMk id="56" creationId="{9E3ECCEA-8E06-A0B3-E5F3-6538B57CA33D}"/>
          </ac:spMkLst>
        </pc:spChg>
        <pc:spChg chg="mod">
          <ac:chgData name="Maxwell, Andre" userId="24f3e971-f6d1-4a2c-91f0-ff1b3394fdac" providerId="ADAL" clId="{181E771D-41FB-4ABB-835C-C984BAB448BD}" dt="2026-06-24T18:41:42.947" v="113" actId="313"/>
          <ac:spMkLst>
            <pc:docMk/>
            <pc:sldMk cId="1712736495" sldId="260"/>
            <ac:spMk id="57" creationId="{E3EE1892-4F37-115C-5EF1-59426A543A05}"/>
          </ac:spMkLst>
        </pc:spChg>
        <pc:spChg chg="add mod">
          <ac:chgData name="Maxwell, Andre" userId="24f3e971-f6d1-4a2c-91f0-ff1b3394fdac" providerId="ADAL" clId="{181E771D-41FB-4ABB-835C-C984BAB448BD}" dt="2026-06-24T22:04:50.913" v="1331" actId="20577"/>
          <ac:spMkLst>
            <pc:docMk/>
            <pc:sldMk cId="1712736495" sldId="260"/>
            <ac:spMk id="58" creationId="{0A5A3CA9-084A-96C1-FC96-A0E2819CA463}"/>
          </ac:spMkLst>
        </pc:spChg>
        <pc:spChg chg="mod">
          <ac:chgData name="Maxwell, Andre" userId="24f3e971-f6d1-4a2c-91f0-ff1b3394fdac" providerId="ADAL" clId="{181E771D-41FB-4ABB-835C-C984BAB448BD}" dt="2026-06-24T18:41:26.998" v="102"/>
          <ac:spMkLst>
            <pc:docMk/>
            <pc:sldMk cId="1712736495" sldId="260"/>
            <ac:spMk id="59" creationId="{C03CC084-83E8-EA07-93DC-7C422A0A378F}"/>
          </ac:spMkLst>
        </pc:spChg>
        <pc:spChg chg="mod">
          <ac:chgData name="Maxwell, Andre" userId="24f3e971-f6d1-4a2c-91f0-ff1b3394fdac" providerId="ADAL" clId="{181E771D-41FB-4ABB-835C-C984BAB448BD}" dt="2026-06-24T18:41:26.998" v="102"/>
          <ac:spMkLst>
            <pc:docMk/>
            <pc:sldMk cId="1712736495" sldId="260"/>
            <ac:spMk id="60" creationId="{3A616C36-B577-AFFB-5223-64B6839E0255}"/>
          </ac:spMkLst>
        </pc:spChg>
        <pc:spChg chg="mod">
          <ac:chgData name="Maxwell, Andre" userId="24f3e971-f6d1-4a2c-91f0-ff1b3394fdac" providerId="ADAL" clId="{181E771D-41FB-4ABB-835C-C984BAB448BD}" dt="2026-06-24T22:07:46.456" v="1435" actId="20577"/>
          <ac:spMkLst>
            <pc:docMk/>
            <pc:sldMk cId="1712736495" sldId="260"/>
            <ac:spMk id="60" creationId="{CF46CFF1-A221-04A9-FA65-6E180B529733}"/>
          </ac:spMkLst>
        </pc:spChg>
        <pc:spChg chg="mod">
          <ac:chgData name="Maxwell, Andre" userId="24f3e971-f6d1-4a2c-91f0-ff1b3394fdac" providerId="ADAL" clId="{181E771D-41FB-4ABB-835C-C984BAB448BD}" dt="2026-06-24T22:07:36.014" v="1417"/>
          <ac:spMkLst>
            <pc:docMk/>
            <pc:sldMk cId="1712736495" sldId="260"/>
            <ac:spMk id="62" creationId="{E0282F9F-6172-F90D-FBDF-A7A95195356F}"/>
          </ac:spMkLst>
        </pc:spChg>
        <pc:spChg chg="mod">
          <ac:chgData name="Maxwell, Andre" userId="24f3e971-f6d1-4a2c-91f0-ff1b3394fdac" providerId="ADAL" clId="{181E771D-41FB-4ABB-835C-C984BAB448BD}" dt="2026-06-24T18:46:42.787" v="381" actId="20577"/>
          <ac:spMkLst>
            <pc:docMk/>
            <pc:sldMk cId="1712736495" sldId="260"/>
            <ac:spMk id="63" creationId="{561D9C62-F95F-5868-9695-4EE74A2094DF}"/>
          </ac:spMkLst>
        </pc:spChg>
        <pc:spChg chg="mod">
          <ac:chgData name="Maxwell, Andre" userId="24f3e971-f6d1-4a2c-91f0-ff1b3394fdac" providerId="ADAL" clId="{181E771D-41FB-4ABB-835C-C984BAB448BD}" dt="2026-06-24T22:07:36.014" v="1417"/>
          <ac:spMkLst>
            <pc:docMk/>
            <pc:sldMk cId="1712736495" sldId="260"/>
            <ac:spMk id="63" creationId="{AE0A7EF1-8342-3769-0D97-4295026FB4B1}"/>
          </ac:spMkLst>
        </pc:spChg>
        <pc:spChg chg="mod">
          <ac:chgData name="Maxwell, Andre" userId="24f3e971-f6d1-4a2c-91f0-ff1b3394fdac" providerId="ADAL" clId="{181E771D-41FB-4ABB-835C-C984BAB448BD}" dt="2026-06-24T18:42:47.298" v="139" actId="14100"/>
          <ac:spMkLst>
            <pc:docMk/>
            <pc:sldMk cId="1712736495" sldId="260"/>
            <ac:spMk id="65" creationId="{615818D1-EABB-31D2-F14E-EFEBF55A4DE6}"/>
          </ac:spMkLst>
        </pc:spChg>
        <pc:spChg chg="del mod">
          <ac:chgData name="Maxwell, Andre" userId="24f3e971-f6d1-4a2c-91f0-ff1b3394fdac" providerId="ADAL" clId="{181E771D-41FB-4ABB-835C-C984BAB448BD}" dt="2026-06-24T18:42:04.746" v="127" actId="478"/>
          <ac:spMkLst>
            <pc:docMk/>
            <pc:sldMk cId="1712736495" sldId="260"/>
            <ac:spMk id="66" creationId="{5090C3F5-5627-4D68-C969-FA6256150641}"/>
          </ac:spMkLst>
        </pc:spChg>
        <pc:spChg chg="mod">
          <ac:chgData name="Maxwell, Andre" userId="24f3e971-f6d1-4a2c-91f0-ff1b3394fdac" providerId="ADAL" clId="{181E771D-41FB-4ABB-835C-C984BAB448BD}" dt="2026-06-24T18:43:20.485" v="177" actId="20577"/>
          <ac:spMkLst>
            <pc:docMk/>
            <pc:sldMk cId="1712736495" sldId="260"/>
            <ac:spMk id="69" creationId="{8479C9C1-6F8D-4C26-B5EA-28C2364068A1}"/>
          </ac:spMkLst>
        </pc:spChg>
        <pc:spChg chg="mod">
          <ac:chgData name="Maxwell, Andre" userId="24f3e971-f6d1-4a2c-91f0-ff1b3394fdac" providerId="ADAL" clId="{181E771D-41FB-4ABB-835C-C984BAB448BD}" dt="2026-06-24T18:42:57.064" v="141"/>
          <ac:spMkLst>
            <pc:docMk/>
            <pc:sldMk cId="1712736495" sldId="260"/>
            <ac:spMk id="70" creationId="{A85D4F66-F8AF-6008-CEE5-7178D01EEAC0}"/>
          </ac:spMkLst>
        </pc:spChg>
        <pc:spChg chg="mod">
          <ac:chgData name="Maxwell, Andre" userId="24f3e971-f6d1-4a2c-91f0-ff1b3394fdac" providerId="ADAL" clId="{181E771D-41FB-4ABB-835C-C984BAB448BD}" dt="2026-06-24T18:44:00.487" v="208" actId="20577"/>
          <ac:spMkLst>
            <pc:docMk/>
            <pc:sldMk cId="1712736495" sldId="260"/>
            <ac:spMk id="72" creationId="{F8B89A7C-7EC3-C159-D046-2387F2A37B42}"/>
          </ac:spMkLst>
        </pc:spChg>
        <pc:spChg chg="mod">
          <ac:chgData name="Maxwell, Andre" userId="24f3e971-f6d1-4a2c-91f0-ff1b3394fdac" providerId="ADAL" clId="{181E771D-41FB-4ABB-835C-C984BAB448BD}" dt="2026-06-24T18:43:26.940" v="178"/>
          <ac:spMkLst>
            <pc:docMk/>
            <pc:sldMk cId="1712736495" sldId="260"/>
            <ac:spMk id="73" creationId="{89D3AD38-6AE6-F46B-239C-A23315580E13}"/>
          </ac:spMkLst>
        </pc:spChg>
        <pc:spChg chg="mod">
          <ac:chgData name="Maxwell, Andre" userId="24f3e971-f6d1-4a2c-91f0-ff1b3394fdac" providerId="ADAL" clId="{181E771D-41FB-4ABB-835C-C984BAB448BD}" dt="2026-06-24T18:43:26.940" v="178"/>
          <ac:spMkLst>
            <pc:docMk/>
            <pc:sldMk cId="1712736495" sldId="260"/>
            <ac:spMk id="75" creationId="{72747E37-A8C0-629D-8E1A-381A40D96F0C}"/>
          </ac:spMkLst>
        </pc:spChg>
        <pc:spChg chg="mod">
          <ac:chgData name="Maxwell, Andre" userId="24f3e971-f6d1-4a2c-91f0-ff1b3394fdac" providerId="ADAL" clId="{181E771D-41FB-4ABB-835C-C984BAB448BD}" dt="2026-06-24T18:43:26.940" v="178"/>
          <ac:spMkLst>
            <pc:docMk/>
            <pc:sldMk cId="1712736495" sldId="260"/>
            <ac:spMk id="76" creationId="{BD94E2B3-9245-ECDB-9012-2E53EA6D152B}"/>
          </ac:spMkLst>
        </pc:spChg>
        <pc:spChg chg="mod">
          <ac:chgData name="Maxwell, Andre" userId="24f3e971-f6d1-4a2c-91f0-ff1b3394fdac" providerId="ADAL" clId="{181E771D-41FB-4ABB-835C-C984BAB448BD}" dt="2026-06-24T18:46:40.711" v="380" actId="20577"/>
          <ac:spMkLst>
            <pc:docMk/>
            <pc:sldMk cId="1712736495" sldId="260"/>
            <ac:spMk id="78" creationId="{F9597362-5452-AFC0-1E1D-8D9C39F0932F}"/>
          </ac:spMkLst>
        </pc:spChg>
        <pc:spChg chg="mod">
          <ac:chgData name="Maxwell, Andre" userId="24f3e971-f6d1-4a2c-91f0-ff1b3394fdac" providerId="ADAL" clId="{181E771D-41FB-4ABB-835C-C984BAB448BD}" dt="2026-06-24T18:44:08.677" v="209"/>
          <ac:spMkLst>
            <pc:docMk/>
            <pc:sldMk cId="1712736495" sldId="260"/>
            <ac:spMk id="79" creationId="{DCB4C60A-7189-BD32-71E7-B885EB317E58}"/>
          </ac:spMkLst>
        </pc:spChg>
        <pc:spChg chg="mod">
          <ac:chgData name="Maxwell, Andre" userId="24f3e971-f6d1-4a2c-91f0-ff1b3394fdac" providerId="ADAL" clId="{181E771D-41FB-4ABB-835C-C984BAB448BD}" dt="2026-06-24T18:44:24.948" v="222" actId="20577"/>
          <ac:spMkLst>
            <pc:docMk/>
            <pc:sldMk cId="1712736495" sldId="260"/>
            <ac:spMk id="81" creationId="{03AE7388-4BA3-B8B5-B3AF-784B8F466B3C}"/>
          </ac:spMkLst>
        </pc:spChg>
        <pc:spChg chg="mod">
          <ac:chgData name="Maxwell, Andre" userId="24f3e971-f6d1-4a2c-91f0-ff1b3394fdac" providerId="ADAL" clId="{181E771D-41FB-4ABB-835C-C984BAB448BD}" dt="2026-06-24T18:44:17.727" v="215"/>
          <ac:spMkLst>
            <pc:docMk/>
            <pc:sldMk cId="1712736495" sldId="260"/>
            <ac:spMk id="83" creationId="{6875944F-C592-E1CA-6AC7-91D82A130200}"/>
          </ac:spMkLst>
        </pc:spChg>
        <pc:spChg chg="mod">
          <ac:chgData name="Maxwell, Andre" userId="24f3e971-f6d1-4a2c-91f0-ff1b3394fdac" providerId="ADAL" clId="{181E771D-41FB-4ABB-835C-C984BAB448BD}" dt="2026-06-24T18:44:17.727" v="215"/>
          <ac:spMkLst>
            <pc:docMk/>
            <pc:sldMk cId="1712736495" sldId="260"/>
            <ac:spMk id="84" creationId="{82274234-3537-9004-F091-AA7DFE8792E3}"/>
          </ac:spMkLst>
        </pc:spChg>
        <pc:spChg chg="mod">
          <ac:chgData name="Maxwell, Andre" userId="24f3e971-f6d1-4a2c-91f0-ff1b3394fdac" providerId="ADAL" clId="{181E771D-41FB-4ABB-835C-C984BAB448BD}" dt="2026-06-24T18:49:10.388" v="454" actId="20577"/>
          <ac:spMkLst>
            <pc:docMk/>
            <pc:sldMk cId="1712736495" sldId="260"/>
            <ac:spMk id="87" creationId="{C9BF1E42-26C8-EC9E-158F-790E0FAE41EC}"/>
          </ac:spMkLst>
        </pc:spChg>
        <pc:spChg chg="mod">
          <ac:chgData name="Maxwell, Andre" userId="24f3e971-f6d1-4a2c-91f0-ff1b3394fdac" providerId="ADAL" clId="{181E771D-41FB-4ABB-835C-C984BAB448BD}" dt="2026-06-24T18:45:13.067" v="227"/>
          <ac:spMkLst>
            <pc:docMk/>
            <pc:sldMk cId="1712736495" sldId="260"/>
            <ac:spMk id="88" creationId="{EA512CD9-D546-736B-146B-FE0C697AB3D3}"/>
          </ac:spMkLst>
        </pc:spChg>
        <pc:spChg chg="mod">
          <ac:chgData name="Maxwell, Andre" userId="24f3e971-f6d1-4a2c-91f0-ff1b3394fdac" providerId="ADAL" clId="{181E771D-41FB-4ABB-835C-C984BAB448BD}" dt="2026-06-24T18:46:36.423" v="378"/>
          <ac:spMkLst>
            <pc:docMk/>
            <pc:sldMk cId="1712736495" sldId="260"/>
            <ac:spMk id="90" creationId="{1CB809AB-67F8-C404-D012-BF76C513649D}"/>
          </ac:spMkLst>
        </pc:spChg>
        <pc:spChg chg="mod">
          <ac:chgData name="Maxwell, Andre" userId="24f3e971-f6d1-4a2c-91f0-ff1b3394fdac" providerId="ADAL" clId="{181E771D-41FB-4ABB-835C-C984BAB448BD}" dt="2026-06-24T18:45:13.067" v="227"/>
          <ac:spMkLst>
            <pc:docMk/>
            <pc:sldMk cId="1712736495" sldId="260"/>
            <ac:spMk id="91" creationId="{D4EDB9B6-E65B-A8A3-D4BB-29EC614869F1}"/>
          </ac:spMkLst>
        </pc:spChg>
        <pc:spChg chg="mod">
          <ac:chgData name="Maxwell, Andre" userId="24f3e971-f6d1-4a2c-91f0-ff1b3394fdac" providerId="ADAL" clId="{181E771D-41FB-4ABB-835C-C984BAB448BD}" dt="2026-06-24T18:46:54.281" v="382"/>
          <ac:spMkLst>
            <pc:docMk/>
            <pc:sldMk cId="1712736495" sldId="260"/>
            <ac:spMk id="93" creationId="{2145E468-9D42-48C5-7430-D19C2DE12D34}"/>
          </ac:spMkLst>
        </pc:spChg>
        <pc:spChg chg="mod">
          <ac:chgData name="Maxwell, Andre" userId="24f3e971-f6d1-4a2c-91f0-ff1b3394fdac" providerId="ADAL" clId="{181E771D-41FB-4ABB-835C-C984BAB448BD}" dt="2026-06-24T18:46:54.281" v="382"/>
          <ac:spMkLst>
            <pc:docMk/>
            <pc:sldMk cId="1712736495" sldId="260"/>
            <ac:spMk id="94" creationId="{67A35B07-1F97-003C-A540-3AA66911C882}"/>
          </ac:spMkLst>
        </pc:spChg>
        <pc:spChg chg="mod">
          <ac:chgData name="Maxwell, Andre" userId="24f3e971-f6d1-4a2c-91f0-ff1b3394fdac" providerId="ADAL" clId="{181E771D-41FB-4ABB-835C-C984BAB448BD}" dt="2026-06-24T18:46:54.281" v="382"/>
          <ac:spMkLst>
            <pc:docMk/>
            <pc:sldMk cId="1712736495" sldId="260"/>
            <ac:spMk id="96" creationId="{46610EF7-FCC0-7A24-1247-C6705A44E8EB}"/>
          </ac:spMkLst>
        </pc:spChg>
        <pc:spChg chg="mod">
          <ac:chgData name="Maxwell, Andre" userId="24f3e971-f6d1-4a2c-91f0-ff1b3394fdac" providerId="ADAL" clId="{181E771D-41FB-4ABB-835C-C984BAB448BD}" dt="2026-06-24T18:46:54.281" v="382"/>
          <ac:spMkLst>
            <pc:docMk/>
            <pc:sldMk cId="1712736495" sldId="260"/>
            <ac:spMk id="97" creationId="{CA3B48AB-742E-117F-CC17-C8432AA216BE}"/>
          </ac:spMkLst>
        </pc:spChg>
        <pc:spChg chg="mod">
          <ac:chgData name="Maxwell, Andre" userId="24f3e971-f6d1-4a2c-91f0-ff1b3394fdac" providerId="ADAL" clId="{181E771D-41FB-4ABB-835C-C984BAB448BD}" dt="2026-06-24T18:48:20.196" v="413" actId="14100"/>
          <ac:spMkLst>
            <pc:docMk/>
            <pc:sldMk cId="1712736495" sldId="260"/>
            <ac:spMk id="99" creationId="{DB4EA23A-7E4E-A13D-2309-BFA6A4751775}"/>
          </ac:spMkLst>
        </pc:spChg>
        <pc:spChg chg="mod">
          <ac:chgData name="Maxwell, Andre" userId="24f3e971-f6d1-4a2c-91f0-ff1b3394fdac" providerId="ADAL" clId="{181E771D-41FB-4ABB-835C-C984BAB448BD}" dt="2026-06-24T18:47:14.991" v="386"/>
          <ac:spMkLst>
            <pc:docMk/>
            <pc:sldMk cId="1712736495" sldId="260"/>
            <ac:spMk id="101" creationId="{F783152A-7212-26A5-1CF3-3D020B6F79FA}"/>
          </ac:spMkLst>
        </pc:spChg>
        <pc:spChg chg="mod">
          <ac:chgData name="Maxwell, Andre" userId="24f3e971-f6d1-4a2c-91f0-ff1b3394fdac" providerId="ADAL" clId="{181E771D-41FB-4ABB-835C-C984BAB448BD}" dt="2026-06-24T18:47:14.991" v="386"/>
          <ac:spMkLst>
            <pc:docMk/>
            <pc:sldMk cId="1712736495" sldId="260"/>
            <ac:spMk id="102" creationId="{A9D0A3F3-AC74-968A-43E0-AFE13ABBFA71}"/>
          </ac:spMkLst>
        </pc:spChg>
        <pc:spChg chg="add mod">
          <ac:chgData name="Maxwell, Andre" userId="24f3e971-f6d1-4a2c-91f0-ff1b3394fdac" providerId="ADAL" clId="{181E771D-41FB-4ABB-835C-C984BAB448BD}" dt="2026-06-24T18:47:27.420" v="400"/>
          <ac:spMkLst>
            <pc:docMk/>
            <pc:sldMk cId="1712736495" sldId="260"/>
            <ac:spMk id="104" creationId="{47E5FF08-D89D-0B19-FD36-0AF81F10FE1E}"/>
          </ac:spMkLst>
        </pc:spChg>
        <pc:spChg chg="mod">
          <ac:chgData name="Maxwell, Andre" userId="24f3e971-f6d1-4a2c-91f0-ff1b3394fdac" providerId="ADAL" clId="{181E771D-41FB-4ABB-835C-C984BAB448BD}" dt="2026-06-24T18:47:46.827" v="408" actId="14100"/>
          <ac:spMkLst>
            <pc:docMk/>
            <pc:sldMk cId="1712736495" sldId="260"/>
            <ac:spMk id="106" creationId="{46E0AD1F-F0FF-8C37-2E0E-26DBE0DD14D7}"/>
          </ac:spMkLst>
        </pc:spChg>
        <pc:spChg chg="mod">
          <ac:chgData name="Maxwell, Andre" userId="24f3e971-f6d1-4a2c-91f0-ff1b3394fdac" providerId="ADAL" clId="{181E771D-41FB-4ABB-835C-C984BAB448BD}" dt="2026-06-24T18:47:30.901" v="401"/>
          <ac:spMkLst>
            <pc:docMk/>
            <pc:sldMk cId="1712736495" sldId="260"/>
            <ac:spMk id="108" creationId="{D4A5AB98-B7EA-6702-D352-6DCEA61671D7}"/>
          </ac:spMkLst>
        </pc:spChg>
        <pc:spChg chg="mod">
          <ac:chgData name="Maxwell, Andre" userId="24f3e971-f6d1-4a2c-91f0-ff1b3394fdac" providerId="ADAL" clId="{181E771D-41FB-4ABB-835C-C984BAB448BD}" dt="2026-06-24T18:47:30.901" v="401"/>
          <ac:spMkLst>
            <pc:docMk/>
            <pc:sldMk cId="1712736495" sldId="260"/>
            <ac:spMk id="109" creationId="{3DD080D0-EF7A-3A91-5FD6-21906A79B938}"/>
          </ac:spMkLst>
        </pc:spChg>
        <pc:spChg chg="mod">
          <ac:chgData name="Maxwell, Andre" userId="24f3e971-f6d1-4a2c-91f0-ff1b3394fdac" providerId="ADAL" clId="{181E771D-41FB-4ABB-835C-C984BAB448BD}" dt="2026-06-24T18:48:32.417" v="425" actId="20577"/>
          <ac:spMkLst>
            <pc:docMk/>
            <pc:sldMk cId="1712736495" sldId="260"/>
            <ac:spMk id="112" creationId="{AFCA45BC-1A6C-A28D-C4D0-85A6534D6A5E}"/>
          </ac:spMkLst>
        </pc:spChg>
        <pc:spChg chg="mod">
          <ac:chgData name="Maxwell, Andre" userId="24f3e971-f6d1-4a2c-91f0-ff1b3394fdac" providerId="ADAL" clId="{181E771D-41FB-4ABB-835C-C984BAB448BD}" dt="2026-06-24T18:48:07.240" v="411"/>
          <ac:spMkLst>
            <pc:docMk/>
            <pc:sldMk cId="1712736495" sldId="260"/>
            <ac:spMk id="114" creationId="{8524A182-FF3A-0284-ED84-73756F5415F5}"/>
          </ac:spMkLst>
        </pc:spChg>
        <pc:spChg chg="mod">
          <ac:chgData name="Maxwell, Andre" userId="24f3e971-f6d1-4a2c-91f0-ff1b3394fdac" providerId="ADAL" clId="{181E771D-41FB-4ABB-835C-C984BAB448BD}" dt="2026-06-24T18:48:07.240" v="411"/>
          <ac:spMkLst>
            <pc:docMk/>
            <pc:sldMk cId="1712736495" sldId="260"/>
            <ac:spMk id="115" creationId="{36C3F7B8-79F9-C979-C856-AA072E93CE0D}"/>
          </ac:spMkLst>
        </pc:spChg>
        <pc:spChg chg="mod">
          <ac:chgData name="Maxwell, Andre" userId="24f3e971-f6d1-4a2c-91f0-ff1b3394fdac" providerId="ADAL" clId="{181E771D-41FB-4ABB-835C-C984BAB448BD}" dt="2026-06-24T18:49:27.567" v="465" actId="20577"/>
          <ac:spMkLst>
            <pc:docMk/>
            <pc:sldMk cId="1712736495" sldId="260"/>
            <ac:spMk id="118" creationId="{0C07CDE0-32F9-0B1C-9124-B7A0933105C8}"/>
          </ac:spMkLst>
        </pc:spChg>
        <pc:spChg chg="mod">
          <ac:chgData name="Maxwell, Andre" userId="24f3e971-f6d1-4a2c-91f0-ff1b3394fdac" providerId="ADAL" clId="{181E771D-41FB-4ABB-835C-C984BAB448BD}" dt="2026-06-24T18:49:19.554" v="455"/>
          <ac:spMkLst>
            <pc:docMk/>
            <pc:sldMk cId="1712736495" sldId="260"/>
            <ac:spMk id="120" creationId="{9893DBC7-50BB-19B0-696A-38B54CDA9BF8}"/>
          </ac:spMkLst>
        </pc:spChg>
        <pc:spChg chg="mod">
          <ac:chgData name="Maxwell, Andre" userId="24f3e971-f6d1-4a2c-91f0-ff1b3394fdac" providerId="ADAL" clId="{181E771D-41FB-4ABB-835C-C984BAB448BD}" dt="2026-06-24T18:49:19.554" v="455"/>
          <ac:spMkLst>
            <pc:docMk/>
            <pc:sldMk cId="1712736495" sldId="260"/>
            <ac:spMk id="121" creationId="{D8353559-1A16-2BFF-040A-411EB76B816E}"/>
          </ac:spMkLst>
        </pc:spChg>
        <pc:spChg chg="mod">
          <ac:chgData name="Maxwell, Andre" userId="24f3e971-f6d1-4a2c-91f0-ff1b3394fdac" providerId="ADAL" clId="{181E771D-41FB-4ABB-835C-C984BAB448BD}" dt="2026-06-24T18:50:23.086" v="482" actId="20577"/>
          <ac:spMkLst>
            <pc:docMk/>
            <pc:sldMk cId="1712736495" sldId="260"/>
            <ac:spMk id="124" creationId="{EB712C3B-EFDF-0002-83BD-BC0448543192}"/>
          </ac:spMkLst>
        </pc:spChg>
        <pc:spChg chg="mod">
          <ac:chgData name="Maxwell, Andre" userId="24f3e971-f6d1-4a2c-91f0-ff1b3394fdac" providerId="ADAL" clId="{181E771D-41FB-4ABB-835C-C984BAB448BD}" dt="2026-06-24T18:50:12.259" v="468"/>
          <ac:spMkLst>
            <pc:docMk/>
            <pc:sldMk cId="1712736495" sldId="260"/>
            <ac:spMk id="126" creationId="{1DA06CF3-D097-2F6B-BB1E-11405FA14851}"/>
          </ac:spMkLst>
        </pc:spChg>
        <pc:spChg chg="mod">
          <ac:chgData name="Maxwell, Andre" userId="24f3e971-f6d1-4a2c-91f0-ff1b3394fdac" providerId="ADAL" clId="{181E771D-41FB-4ABB-835C-C984BAB448BD}" dt="2026-06-24T18:50:12.259" v="468"/>
          <ac:spMkLst>
            <pc:docMk/>
            <pc:sldMk cId="1712736495" sldId="260"/>
            <ac:spMk id="127" creationId="{8278328E-0AD4-32CB-4D16-0C51BA1C919B}"/>
          </ac:spMkLst>
        </pc:spChg>
        <pc:spChg chg="mod">
          <ac:chgData name="Maxwell, Andre" userId="24f3e971-f6d1-4a2c-91f0-ff1b3394fdac" providerId="ADAL" clId="{181E771D-41FB-4ABB-835C-C984BAB448BD}" dt="2026-06-24T18:51:00.069" v="492" actId="20577"/>
          <ac:spMkLst>
            <pc:docMk/>
            <pc:sldMk cId="1712736495" sldId="260"/>
            <ac:spMk id="130" creationId="{1BB0AA07-B6D6-60FB-0A24-E8670CE11B04}"/>
          </ac:spMkLst>
        </pc:spChg>
        <pc:spChg chg="mod">
          <ac:chgData name="Maxwell, Andre" userId="24f3e971-f6d1-4a2c-91f0-ff1b3394fdac" providerId="ADAL" clId="{181E771D-41FB-4ABB-835C-C984BAB448BD}" dt="2026-06-24T22:09:11.629" v="1516" actId="20577"/>
          <ac:spMkLst>
            <pc:docMk/>
            <pc:sldMk cId="1712736495" sldId="260"/>
            <ac:spMk id="130" creationId="{3424C9B9-B02A-DA8B-F432-968063F37BD6}"/>
          </ac:spMkLst>
        </pc:spChg>
        <pc:spChg chg="mod">
          <ac:chgData name="Maxwell, Andre" userId="24f3e971-f6d1-4a2c-91f0-ff1b3394fdac" providerId="ADAL" clId="{181E771D-41FB-4ABB-835C-C984BAB448BD}" dt="2026-06-24T22:08:20.527" v="1438"/>
          <ac:spMkLst>
            <pc:docMk/>
            <pc:sldMk cId="1712736495" sldId="260"/>
            <ac:spMk id="132" creationId="{867D5CF9-F752-8F55-49A7-D076A452DE07}"/>
          </ac:spMkLst>
        </pc:spChg>
        <pc:spChg chg="mod">
          <ac:chgData name="Maxwell, Andre" userId="24f3e971-f6d1-4a2c-91f0-ff1b3394fdac" providerId="ADAL" clId="{181E771D-41FB-4ABB-835C-C984BAB448BD}" dt="2026-06-24T18:51:04.762" v="493" actId="6549"/>
          <ac:spMkLst>
            <pc:docMk/>
            <pc:sldMk cId="1712736495" sldId="260"/>
            <ac:spMk id="132" creationId="{FF2A80F6-440F-9C01-3005-012117AB7872}"/>
          </ac:spMkLst>
        </pc:spChg>
        <pc:spChg chg="del mod">
          <ac:chgData name="Maxwell, Andre" userId="24f3e971-f6d1-4a2c-91f0-ff1b3394fdac" providerId="ADAL" clId="{181E771D-41FB-4ABB-835C-C984BAB448BD}" dt="2026-06-24T18:51:11.773" v="495" actId="478"/>
          <ac:spMkLst>
            <pc:docMk/>
            <pc:sldMk cId="1712736495" sldId="260"/>
            <ac:spMk id="133" creationId="{19723270-CDAC-27CF-FB0C-639E881DB6DF}"/>
          </ac:spMkLst>
        </pc:spChg>
        <pc:spChg chg="mod">
          <ac:chgData name="Maxwell, Andre" userId="24f3e971-f6d1-4a2c-91f0-ff1b3394fdac" providerId="ADAL" clId="{181E771D-41FB-4ABB-835C-C984BAB448BD}" dt="2026-06-24T22:08:20.527" v="1438"/>
          <ac:spMkLst>
            <pc:docMk/>
            <pc:sldMk cId="1712736495" sldId="260"/>
            <ac:spMk id="133" creationId="{5147C633-F01D-08E6-FE4A-E751F06CA3B3}"/>
          </ac:spMkLst>
        </pc:spChg>
        <pc:spChg chg="mod">
          <ac:chgData name="Maxwell, Andre" userId="24f3e971-f6d1-4a2c-91f0-ff1b3394fdac" providerId="ADAL" clId="{181E771D-41FB-4ABB-835C-C984BAB448BD}" dt="2026-06-24T18:53:36.419" v="597" actId="14100"/>
          <ac:spMkLst>
            <pc:docMk/>
            <pc:sldMk cId="1712736495" sldId="260"/>
            <ac:spMk id="136" creationId="{181BC5C4-C5F9-8616-F71B-1D9BC32BE61F}"/>
          </ac:spMkLst>
        </pc:spChg>
        <pc:spChg chg="mod">
          <ac:chgData name="Maxwell, Andre" userId="24f3e971-f6d1-4a2c-91f0-ff1b3394fdac" providerId="ADAL" clId="{181E771D-41FB-4ABB-835C-C984BAB448BD}" dt="2026-06-24T18:51:31.354" v="496"/>
          <ac:spMkLst>
            <pc:docMk/>
            <pc:sldMk cId="1712736495" sldId="260"/>
            <ac:spMk id="138" creationId="{E6E8A6A2-2495-A561-2CA6-1E02339CFA3D}"/>
          </ac:spMkLst>
        </pc:spChg>
        <pc:spChg chg="mod">
          <ac:chgData name="Maxwell, Andre" userId="24f3e971-f6d1-4a2c-91f0-ff1b3394fdac" providerId="ADAL" clId="{181E771D-41FB-4ABB-835C-C984BAB448BD}" dt="2026-06-24T18:51:31.354" v="496"/>
          <ac:spMkLst>
            <pc:docMk/>
            <pc:sldMk cId="1712736495" sldId="260"/>
            <ac:spMk id="139" creationId="{89036CF4-2E0E-EBD3-D4F1-8FA39EFB43C4}"/>
          </ac:spMkLst>
        </pc:spChg>
        <pc:spChg chg="mod">
          <ac:chgData name="Maxwell, Andre" userId="24f3e971-f6d1-4a2c-91f0-ff1b3394fdac" providerId="ADAL" clId="{181E771D-41FB-4ABB-835C-C984BAB448BD}" dt="2026-06-24T18:51:48.506" v="504" actId="20577"/>
          <ac:spMkLst>
            <pc:docMk/>
            <pc:sldMk cId="1712736495" sldId="260"/>
            <ac:spMk id="142" creationId="{A59AEF5A-BD26-9E62-654C-409316E27DDF}"/>
          </ac:spMkLst>
        </pc:spChg>
        <pc:spChg chg="mod">
          <ac:chgData name="Maxwell, Andre" userId="24f3e971-f6d1-4a2c-91f0-ff1b3394fdac" providerId="ADAL" clId="{181E771D-41FB-4ABB-835C-C984BAB448BD}" dt="2026-06-24T18:51:56.622" v="507" actId="20577"/>
          <ac:spMkLst>
            <pc:docMk/>
            <pc:sldMk cId="1712736495" sldId="260"/>
            <ac:spMk id="144" creationId="{A20366BA-7A5F-355A-5CA2-75D82676F154}"/>
          </ac:spMkLst>
        </pc:spChg>
        <pc:spChg chg="del mod">
          <ac:chgData name="Maxwell, Andre" userId="24f3e971-f6d1-4a2c-91f0-ff1b3394fdac" providerId="ADAL" clId="{181E771D-41FB-4ABB-835C-C984BAB448BD}" dt="2026-06-24T18:51:53.113" v="505" actId="478"/>
          <ac:spMkLst>
            <pc:docMk/>
            <pc:sldMk cId="1712736495" sldId="260"/>
            <ac:spMk id="145" creationId="{88F0A65D-2414-EE45-0F82-2AF11CAF21D2}"/>
          </ac:spMkLst>
        </pc:spChg>
        <pc:spChg chg="mod">
          <ac:chgData name="Maxwell, Andre" userId="24f3e971-f6d1-4a2c-91f0-ff1b3394fdac" providerId="ADAL" clId="{181E771D-41FB-4ABB-835C-C984BAB448BD}" dt="2026-06-24T18:53:39.996" v="598" actId="14100"/>
          <ac:spMkLst>
            <pc:docMk/>
            <pc:sldMk cId="1712736495" sldId="260"/>
            <ac:spMk id="148" creationId="{DDE84CA2-4F0A-B36D-C3FD-0D096830D058}"/>
          </ac:spMkLst>
        </pc:spChg>
        <pc:spChg chg="mod">
          <ac:chgData name="Maxwell, Andre" userId="24f3e971-f6d1-4a2c-91f0-ff1b3394fdac" providerId="ADAL" clId="{181E771D-41FB-4ABB-835C-C984BAB448BD}" dt="2026-06-24T18:52:33.580" v="538"/>
          <ac:spMkLst>
            <pc:docMk/>
            <pc:sldMk cId="1712736495" sldId="260"/>
            <ac:spMk id="150" creationId="{F14CE974-E4CD-5BB0-FA84-939690974E02}"/>
          </ac:spMkLst>
        </pc:spChg>
        <pc:spChg chg="mod">
          <ac:chgData name="Maxwell, Andre" userId="24f3e971-f6d1-4a2c-91f0-ff1b3394fdac" providerId="ADAL" clId="{181E771D-41FB-4ABB-835C-C984BAB448BD}" dt="2026-06-24T18:52:33.580" v="538"/>
          <ac:spMkLst>
            <pc:docMk/>
            <pc:sldMk cId="1712736495" sldId="260"/>
            <ac:spMk id="151" creationId="{813E3207-96A7-2CAF-352C-CA6F03560680}"/>
          </ac:spMkLst>
        </pc:spChg>
        <pc:spChg chg="mod">
          <ac:chgData name="Maxwell, Andre" userId="24f3e971-f6d1-4a2c-91f0-ff1b3394fdac" providerId="ADAL" clId="{181E771D-41FB-4ABB-835C-C984BAB448BD}" dt="2026-06-24T18:53:30.891" v="596" actId="14100"/>
          <ac:spMkLst>
            <pc:docMk/>
            <pc:sldMk cId="1712736495" sldId="260"/>
            <ac:spMk id="154" creationId="{66ADBC9C-DEDC-3183-03B9-6FE77F020637}"/>
          </ac:spMkLst>
        </pc:spChg>
        <pc:spChg chg="mod">
          <ac:chgData name="Maxwell, Andre" userId="24f3e971-f6d1-4a2c-91f0-ff1b3394fdac" providerId="ADAL" clId="{181E771D-41FB-4ABB-835C-C984BAB448BD}" dt="2026-06-24T18:53:06.307" v="574"/>
          <ac:spMkLst>
            <pc:docMk/>
            <pc:sldMk cId="1712736495" sldId="260"/>
            <ac:spMk id="156" creationId="{942026B7-58FB-BBA9-99BF-4D84394E9A49}"/>
          </ac:spMkLst>
        </pc:spChg>
        <pc:spChg chg="mod">
          <ac:chgData name="Maxwell, Andre" userId="24f3e971-f6d1-4a2c-91f0-ff1b3394fdac" providerId="ADAL" clId="{181E771D-41FB-4ABB-835C-C984BAB448BD}" dt="2026-06-24T18:53:06.307" v="574"/>
          <ac:spMkLst>
            <pc:docMk/>
            <pc:sldMk cId="1712736495" sldId="260"/>
            <ac:spMk id="157" creationId="{5A7D14A6-D258-FDFF-75F7-3BBC52D95D72}"/>
          </ac:spMkLst>
        </pc:spChg>
        <pc:spChg chg="mod">
          <ac:chgData name="Maxwell, Andre" userId="24f3e971-f6d1-4a2c-91f0-ff1b3394fdac" providerId="ADAL" clId="{181E771D-41FB-4ABB-835C-C984BAB448BD}" dt="2026-06-24T18:53:44.377" v="599" actId="14100"/>
          <ac:spMkLst>
            <pc:docMk/>
            <pc:sldMk cId="1712736495" sldId="260"/>
            <ac:spMk id="160" creationId="{B8D93FC9-E183-E4DD-B923-E6E1C4C25ACF}"/>
          </ac:spMkLst>
        </pc:spChg>
        <pc:spChg chg="mod">
          <ac:chgData name="Maxwell, Andre" userId="24f3e971-f6d1-4a2c-91f0-ff1b3394fdac" providerId="ADAL" clId="{181E771D-41FB-4ABB-835C-C984BAB448BD}" dt="2026-06-24T18:53:06.307" v="574"/>
          <ac:spMkLst>
            <pc:docMk/>
            <pc:sldMk cId="1712736495" sldId="260"/>
            <ac:spMk id="162" creationId="{3EEA5DF0-283B-EBAD-0D91-B5E645294EB2}"/>
          </ac:spMkLst>
        </pc:spChg>
        <pc:spChg chg="mod">
          <ac:chgData name="Maxwell, Andre" userId="24f3e971-f6d1-4a2c-91f0-ff1b3394fdac" providerId="ADAL" clId="{181E771D-41FB-4ABB-835C-C984BAB448BD}" dt="2026-06-24T18:53:06.307" v="574"/>
          <ac:spMkLst>
            <pc:docMk/>
            <pc:sldMk cId="1712736495" sldId="260"/>
            <ac:spMk id="163" creationId="{1D879A63-F7AF-7BFF-2645-FC60D0B724A5}"/>
          </ac:spMkLst>
        </pc:spChg>
        <pc:spChg chg="mod">
          <ac:chgData name="Maxwell, Andre" userId="24f3e971-f6d1-4a2c-91f0-ff1b3394fdac" providerId="ADAL" clId="{181E771D-41FB-4ABB-835C-C984BAB448BD}" dt="2026-06-24T18:57:11.391" v="674" actId="14100"/>
          <ac:spMkLst>
            <pc:docMk/>
            <pc:sldMk cId="1712736495" sldId="260"/>
            <ac:spMk id="171" creationId="{AD752C03-CB7F-49D1-AF71-737955298C3A}"/>
          </ac:spMkLst>
        </pc:spChg>
        <pc:spChg chg="mod">
          <ac:chgData name="Maxwell, Andre" userId="24f3e971-f6d1-4a2c-91f0-ff1b3394fdac" providerId="ADAL" clId="{181E771D-41FB-4ABB-835C-C984BAB448BD}" dt="2026-06-24T18:56:35.280" v="614"/>
          <ac:spMkLst>
            <pc:docMk/>
            <pc:sldMk cId="1712736495" sldId="260"/>
            <ac:spMk id="173" creationId="{27D1053F-04E7-CD2E-8FC8-BACDEBA80F42}"/>
          </ac:spMkLst>
        </pc:spChg>
        <pc:spChg chg="mod">
          <ac:chgData name="Maxwell, Andre" userId="24f3e971-f6d1-4a2c-91f0-ff1b3394fdac" providerId="ADAL" clId="{181E771D-41FB-4ABB-835C-C984BAB448BD}" dt="2026-06-24T18:56:35.280" v="614"/>
          <ac:spMkLst>
            <pc:docMk/>
            <pc:sldMk cId="1712736495" sldId="260"/>
            <ac:spMk id="174" creationId="{53DCCD0F-92C8-DA3E-23D5-10B92187B53F}"/>
          </ac:spMkLst>
        </pc:spChg>
        <pc:spChg chg="mod">
          <ac:chgData name="Maxwell, Andre" userId="24f3e971-f6d1-4a2c-91f0-ff1b3394fdac" providerId="ADAL" clId="{181E771D-41FB-4ABB-835C-C984BAB448BD}" dt="2026-06-24T18:57:48.884" v="723" actId="20577"/>
          <ac:spMkLst>
            <pc:docMk/>
            <pc:sldMk cId="1712736495" sldId="260"/>
            <ac:spMk id="177" creationId="{20DCC2AE-CDD6-9044-C49E-79176FE4C516}"/>
          </ac:spMkLst>
        </pc:spChg>
        <pc:spChg chg="mod">
          <ac:chgData name="Maxwell, Andre" userId="24f3e971-f6d1-4a2c-91f0-ff1b3394fdac" providerId="ADAL" clId="{181E771D-41FB-4ABB-835C-C984BAB448BD}" dt="2026-06-24T18:57:52.693" v="724" actId="6549"/>
          <ac:spMkLst>
            <pc:docMk/>
            <pc:sldMk cId="1712736495" sldId="260"/>
            <ac:spMk id="179" creationId="{F025D198-066D-E1B1-9D0D-DDBBA401D659}"/>
          </ac:spMkLst>
        </pc:spChg>
        <pc:spChg chg="del mod">
          <ac:chgData name="Maxwell, Andre" userId="24f3e971-f6d1-4a2c-91f0-ff1b3394fdac" providerId="ADAL" clId="{181E771D-41FB-4ABB-835C-C984BAB448BD}" dt="2026-06-24T18:57:54.570" v="725" actId="478"/>
          <ac:spMkLst>
            <pc:docMk/>
            <pc:sldMk cId="1712736495" sldId="260"/>
            <ac:spMk id="180" creationId="{C9AA039F-649D-5947-BC9B-E9932C5C8F13}"/>
          </ac:spMkLst>
        </pc:spChg>
        <pc:spChg chg="mod">
          <ac:chgData name="Maxwell, Andre" userId="24f3e971-f6d1-4a2c-91f0-ff1b3394fdac" providerId="ADAL" clId="{181E771D-41FB-4ABB-835C-C984BAB448BD}" dt="2026-06-24T18:58:12.959" v="733" actId="20577"/>
          <ac:spMkLst>
            <pc:docMk/>
            <pc:sldMk cId="1712736495" sldId="260"/>
            <ac:spMk id="183" creationId="{13BAF56D-86C8-4328-3674-38D4F9F611A8}"/>
          </ac:spMkLst>
        </pc:spChg>
        <pc:spChg chg="mod">
          <ac:chgData name="Maxwell, Andre" userId="24f3e971-f6d1-4a2c-91f0-ff1b3394fdac" providerId="ADAL" clId="{181E771D-41FB-4ABB-835C-C984BAB448BD}" dt="2026-06-24T18:58:05.852" v="727"/>
          <ac:spMkLst>
            <pc:docMk/>
            <pc:sldMk cId="1712736495" sldId="260"/>
            <ac:spMk id="184" creationId="{2727BF9A-FB78-7D0F-06D6-98B1985BF662}"/>
          </ac:spMkLst>
        </pc:spChg>
        <pc:spChg chg="mod">
          <ac:chgData name="Maxwell, Andre" userId="24f3e971-f6d1-4a2c-91f0-ff1b3394fdac" providerId="ADAL" clId="{181E771D-41FB-4ABB-835C-C984BAB448BD}" dt="2026-06-24T19:00:27.379" v="735"/>
          <ac:spMkLst>
            <pc:docMk/>
            <pc:sldMk cId="1712736495" sldId="260"/>
            <ac:spMk id="186" creationId="{9A35AEB1-43D4-CD37-CBF0-EDA26F31D74A}"/>
          </ac:spMkLst>
        </pc:spChg>
        <pc:spChg chg="mod">
          <ac:chgData name="Maxwell, Andre" userId="24f3e971-f6d1-4a2c-91f0-ff1b3394fdac" providerId="ADAL" clId="{181E771D-41FB-4ABB-835C-C984BAB448BD}" dt="2026-06-24T19:00:27.379" v="735"/>
          <ac:spMkLst>
            <pc:docMk/>
            <pc:sldMk cId="1712736495" sldId="260"/>
            <ac:spMk id="187" creationId="{FB7809AE-F2D7-AC50-1D4C-CE0BBC2DDF64}"/>
          </ac:spMkLst>
        </pc:spChg>
        <pc:spChg chg="mod">
          <ac:chgData name="Maxwell, Andre" userId="24f3e971-f6d1-4a2c-91f0-ff1b3394fdac" providerId="ADAL" clId="{181E771D-41FB-4ABB-835C-C984BAB448BD}" dt="2026-06-24T19:27:40.588" v="809"/>
          <ac:spMkLst>
            <pc:docMk/>
            <pc:sldMk cId="1712736495" sldId="260"/>
            <ac:spMk id="189" creationId="{AD752C03-CB7F-49D1-AF71-737955298C3A}"/>
          </ac:spMkLst>
        </pc:spChg>
        <pc:spChg chg="mod">
          <ac:chgData name="Maxwell, Andre" userId="24f3e971-f6d1-4a2c-91f0-ff1b3394fdac" providerId="ADAL" clId="{181E771D-41FB-4ABB-835C-C984BAB448BD}" dt="2026-06-24T19:27:40.588" v="809"/>
          <ac:spMkLst>
            <pc:docMk/>
            <pc:sldMk cId="1712736495" sldId="260"/>
            <ac:spMk id="191" creationId="{27D1053F-04E7-CD2E-8FC8-BACDEBA80F42}"/>
          </ac:spMkLst>
        </pc:spChg>
        <pc:spChg chg="mod">
          <ac:chgData name="Maxwell, Andre" userId="24f3e971-f6d1-4a2c-91f0-ff1b3394fdac" providerId="ADAL" clId="{181E771D-41FB-4ABB-835C-C984BAB448BD}" dt="2026-06-24T19:27:40.588" v="809"/>
          <ac:spMkLst>
            <pc:docMk/>
            <pc:sldMk cId="1712736495" sldId="260"/>
            <ac:spMk id="192" creationId="{53DCCD0F-92C8-DA3E-23D5-10B92187B53F}"/>
          </ac:spMkLst>
        </pc:spChg>
        <pc:spChg chg="mod">
          <ac:chgData name="Maxwell, Andre" userId="24f3e971-f6d1-4a2c-91f0-ff1b3394fdac" providerId="ADAL" clId="{181E771D-41FB-4ABB-835C-C984BAB448BD}" dt="2026-06-24T19:27:40.588" v="809"/>
          <ac:spMkLst>
            <pc:docMk/>
            <pc:sldMk cId="1712736495" sldId="260"/>
            <ac:spMk id="195" creationId="{20DCC2AE-CDD6-9044-C49E-79176FE4C516}"/>
          </ac:spMkLst>
        </pc:spChg>
        <pc:spChg chg="mod">
          <ac:chgData name="Maxwell, Andre" userId="24f3e971-f6d1-4a2c-91f0-ff1b3394fdac" providerId="ADAL" clId="{181E771D-41FB-4ABB-835C-C984BAB448BD}" dt="2026-06-24T19:27:40.588" v="809"/>
          <ac:spMkLst>
            <pc:docMk/>
            <pc:sldMk cId="1712736495" sldId="260"/>
            <ac:spMk id="196" creationId="{F025D198-066D-E1B1-9D0D-DDBBA401D659}"/>
          </ac:spMkLst>
        </pc:spChg>
        <pc:spChg chg="mod">
          <ac:chgData name="Maxwell, Andre" userId="24f3e971-f6d1-4a2c-91f0-ff1b3394fdac" providerId="ADAL" clId="{181E771D-41FB-4ABB-835C-C984BAB448BD}" dt="2026-06-24T19:27:40.588" v="809"/>
          <ac:spMkLst>
            <pc:docMk/>
            <pc:sldMk cId="1712736495" sldId="260"/>
            <ac:spMk id="198" creationId="{13BAF56D-86C8-4328-3674-38D4F9F611A8}"/>
          </ac:spMkLst>
        </pc:spChg>
        <pc:spChg chg="mod">
          <ac:chgData name="Maxwell, Andre" userId="24f3e971-f6d1-4a2c-91f0-ff1b3394fdac" providerId="ADAL" clId="{181E771D-41FB-4ABB-835C-C984BAB448BD}" dt="2026-06-24T19:27:40.588" v="809"/>
          <ac:spMkLst>
            <pc:docMk/>
            <pc:sldMk cId="1712736495" sldId="260"/>
            <ac:spMk id="199" creationId="{2727BF9A-FB78-7D0F-06D6-98B1985BF662}"/>
          </ac:spMkLst>
        </pc:spChg>
        <pc:spChg chg="mod">
          <ac:chgData name="Maxwell, Andre" userId="24f3e971-f6d1-4a2c-91f0-ff1b3394fdac" providerId="ADAL" clId="{181E771D-41FB-4ABB-835C-C984BAB448BD}" dt="2026-06-24T19:29:34.608" v="849" actId="20577"/>
          <ac:spMkLst>
            <pc:docMk/>
            <pc:sldMk cId="1712736495" sldId="260"/>
            <ac:spMk id="201" creationId="{4267135D-2CDB-F792-963D-D5DE18F5F8BE}"/>
          </ac:spMkLst>
        </pc:spChg>
        <pc:spChg chg="mod">
          <ac:chgData name="Maxwell, Andre" userId="24f3e971-f6d1-4a2c-91f0-ff1b3394fdac" providerId="ADAL" clId="{181E771D-41FB-4ABB-835C-C984BAB448BD}" dt="2026-06-24T19:29:13.208" v="813"/>
          <ac:spMkLst>
            <pc:docMk/>
            <pc:sldMk cId="1712736495" sldId="260"/>
            <ac:spMk id="203" creationId="{78320A35-DFE7-8C99-C828-D1C8883B2FFD}"/>
          </ac:spMkLst>
        </pc:spChg>
        <pc:spChg chg="mod">
          <ac:chgData name="Maxwell, Andre" userId="24f3e971-f6d1-4a2c-91f0-ff1b3394fdac" providerId="ADAL" clId="{181E771D-41FB-4ABB-835C-C984BAB448BD}" dt="2026-06-24T19:29:13.208" v="813"/>
          <ac:spMkLst>
            <pc:docMk/>
            <pc:sldMk cId="1712736495" sldId="260"/>
            <ac:spMk id="204" creationId="{4BDE7BC2-33BF-E173-870A-467250B87C4E}"/>
          </ac:spMkLst>
        </pc:spChg>
        <pc:spChg chg="add mod">
          <ac:chgData name="Maxwell, Andre" userId="24f3e971-f6d1-4a2c-91f0-ff1b3394fdac" providerId="ADAL" clId="{181E771D-41FB-4ABB-835C-C984BAB448BD}" dt="2026-06-24T19:29:59.882" v="897" actId="20577"/>
          <ac:spMkLst>
            <pc:docMk/>
            <pc:sldMk cId="1712736495" sldId="260"/>
            <ac:spMk id="206" creationId="{0FA5FB15-B53F-C493-FA6A-FB89F4928136}"/>
          </ac:spMkLst>
        </pc:spChg>
        <pc:spChg chg="mod">
          <ac:chgData name="Maxwell, Andre" userId="24f3e971-f6d1-4a2c-91f0-ff1b3394fdac" providerId="ADAL" clId="{181E771D-41FB-4ABB-835C-C984BAB448BD}" dt="2026-06-24T19:30:13.726" v="910" actId="20577"/>
          <ac:spMkLst>
            <pc:docMk/>
            <pc:sldMk cId="1712736495" sldId="260"/>
            <ac:spMk id="208" creationId="{338E90BB-F7BA-9DD3-DC4B-D33A26B392DB}"/>
          </ac:spMkLst>
        </pc:spChg>
        <pc:spChg chg="mod">
          <ac:chgData name="Maxwell, Andre" userId="24f3e971-f6d1-4a2c-91f0-ff1b3394fdac" providerId="ADAL" clId="{181E771D-41FB-4ABB-835C-C984BAB448BD}" dt="2026-06-24T19:30:06.881" v="898"/>
          <ac:spMkLst>
            <pc:docMk/>
            <pc:sldMk cId="1712736495" sldId="260"/>
            <ac:spMk id="210" creationId="{009D3972-65DB-A53E-3211-806F1761AFD9}"/>
          </ac:spMkLst>
        </pc:spChg>
        <pc:spChg chg="mod">
          <ac:chgData name="Maxwell, Andre" userId="24f3e971-f6d1-4a2c-91f0-ff1b3394fdac" providerId="ADAL" clId="{181E771D-41FB-4ABB-835C-C984BAB448BD}" dt="2026-06-24T19:30:06.881" v="898"/>
          <ac:spMkLst>
            <pc:docMk/>
            <pc:sldMk cId="1712736495" sldId="260"/>
            <ac:spMk id="211" creationId="{EEFF09E3-6955-2B2E-9B37-CB75195E18B4}"/>
          </ac:spMkLst>
        </pc:spChg>
        <pc:spChg chg="add mod">
          <ac:chgData name="Maxwell, Andre" userId="24f3e971-f6d1-4a2c-91f0-ff1b3394fdac" providerId="ADAL" clId="{181E771D-41FB-4ABB-835C-C984BAB448BD}" dt="2026-06-24T22:07:54.026" v="1436" actId="14100"/>
          <ac:spMkLst>
            <pc:docMk/>
            <pc:sldMk cId="1712736495" sldId="260"/>
            <ac:spMk id="213" creationId="{02933384-51A9-A48A-7852-F2E433E964AC}"/>
          </ac:spMkLst>
        </pc:spChg>
        <pc:spChg chg="mod">
          <ac:chgData name="Maxwell, Andre" userId="24f3e971-f6d1-4a2c-91f0-ff1b3394fdac" providerId="ADAL" clId="{181E771D-41FB-4ABB-835C-C984BAB448BD}" dt="2026-06-24T19:35:48.066" v="996" actId="20577"/>
          <ac:spMkLst>
            <pc:docMk/>
            <pc:sldMk cId="1712736495" sldId="260"/>
            <ac:spMk id="215" creationId="{9D50CC98-E35E-EED0-DBC6-B82D1265136D}"/>
          </ac:spMkLst>
        </pc:spChg>
        <pc:spChg chg="mod">
          <ac:chgData name="Maxwell, Andre" userId="24f3e971-f6d1-4a2c-91f0-ff1b3394fdac" providerId="ADAL" clId="{181E771D-41FB-4ABB-835C-C984BAB448BD}" dt="2026-06-24T19:35:39.881" v="979"/>
          <ac:spMkLst>
            <pc:docMk/>
            <pc:sldMk cId="1712736495" sldId="260"/>
            <ac:spMk id="216" creationId="{67656D3F-E23A-1FD9-E2FB-A1E5CF53D8FC}"/>
          </ac:spMkLst>
        </pc:spChg>
        <pc:spChg chg="mod">
          <ac:chgData name="Maxwell, Andre" userId="24f3e971-f6d1-4a2c-91f0-ff1b3394fdac" providerId="ADAL" clId="{181E771D-41FB-4ABB-835C-C984BAB448BD}" dt="2026-06-24T19:36:02.287" v="1000" actId="20577"/>
          <ac:spMkLst>
            <pc:docMk/>
            <pc:sldMk cId="1712736495" sldId="260"/>
            <ac:spMk id="218" creationId="{67F7B5C2-3711-4BD2-95F7-98231E16C254}"/>
          </ac:spMkLst>
        </pc:spChg>
        <pc:spChg chg="mod">
          <ac:chgData name="Maxwell, Andre" userId="24f3e971-f6d1-4a2c-91f0-ff1b3394fdac" providerId="ADAL" clId="{181E771D-41FB-4ABB-835C-C984BAB448BD}" dt="2026-06-24T19:35:51.318" v="997"/>
          <ac:spMkLst>
            <pc:docMk/>
            <pc:sldMk cId="1712736495" sldId="260"/>
            <ac:spMk id="219" creationId="{79E2C08C-4273-BC49-3D75-86308AB0298A}"/>
          </ac:spMkLst>
        </pc:spChg>
        <pc:spChg chg="mod">
          <ac:chgData name="Maxwell, Andre" userId="24f3e971-f6d1-4a2c-91f0-ff1b3394fdac" providerId="ADAL" clId="{181E771D-41FB-4ABB-835C-C984BAB448BD}" dt="2026-06-24T19:36:12.168" v="1011" actId="20577"/>
          <ac:spMkLst>
            <pc:docMk/>
            <pc:sldMk cId="1712736495" sldId="260"/>
            <ac:spMk id="221" creationId="{9CB4AF9E-E928-CE58-659E-03FF620A586B}"/>
          </ac:spMkLst>
        </pc:spChg>
        <pc:spChg chg="mod">
          <ac:chgData name="Maxwell, Andre" userId="24f3e971-f6d1-4a2c-91f0-ff1b3394fdac" providerId="ADAL" clId="{181E771D-41FB-4ABB-835C-C984BAB448BD}" dt="2026-06-24T19:36:05.871" v="1001"/>
          <ac:spMkLst>
            <pc:docMk/>
            <pc:sldMk cId="1712736495" sldId="260"/>
            <ac:spMk id="222" creationId="{145F314E-339D-C325-3D46-EC5CB54CD560}"/>
          </ac:spMkLst>
        </pc:spChg>
        <pc:spChg chg="mod">
          <ac:chgData name="Maxwell, Andre" userId="24f3e971-f6d1-4a2c-91f0-ff1b3394fdac" providerId="ADAL" clId="{181E771D-41FB-4ABB-835C-C984BAB448BD}" dt="2026-06-24T19:36:25.833" v="1023" actId="20577"/>
          <ac:spMkLst>
            <pc:docMk/>
            <pc:sldMk cId="1712736495" sldId="260"/>
            <ac:spMk id="224" creationId="{158F668C-E2B8-F371-F341-780A1CB43A36}"/>
          </ac:spMkLst>
        </pc:spChg>
        <pc:spChg chg="mod">
          <ac:chgData name="Maxwell, Andre" userId="24f3e971-f6d1-4a2c-91f0-ff1b3394fdac" providerId="ADAL" clId="{181E771D-41FB-4ABB-835C-C984BAB448BD}" dt="2026-06-24T19:36:16.393" v="1012"/>
          <ac:spMkLst>
            <pc:docMk/>
            <pc:sldMk cId="1712736495" sldId="260"/>
            <ac:spMk id="226" creationId="{AA70B110-A130-6188-C00A-C7A760256F94}"/>
          </ac:spMkLst>
        </pc:spChg>
        <pc:spChg chg="mod">
          <ac:chgData name="Maxwell, Andre" userId="24f3e971-f6d1-4a2c-91f0-ff1b3394fdac" providerId="ADAL" clId="{181E771D-41FB-4ABB-835C-C984BAB448BD}" dt="2026-06-24T19:36:16.393" v="1012"/>
          <ac:spMkLst>
            <pc:docMk/>
            <pc:sldMk cId="1712736495" sldId="260"/>
            <ac:spMk id="227" creationId="{F8A24854-3523-C754-E5BA-C817F96B7E7B}"/>
          </ac:spMkLst>
        </pc:spChg>
        <pc:spChg chg="mod">
          <ac:chgData name="Maxwell, Andre" userId="24f3e971-f6d1-4a2c-91f0-ff1b3394fdac" providerId="ADAL" clId="{181E771D-41FB-4ABB-835C-C984BAB448BD}" dt="2026-06-24T19:36:30.690" v="1024"/>
          <ac:spMkLst>
            <pc:docMk/>
            <pc:sldMk cId="1712736495" sldId="260"/>
            <ac:spMk id="230" creationId="{E9C73E73-84C4-969F-CCA7-38B787036685}"/>
          </ac:spMkLst>
        </pc:spChg>
        <pc:spChg chg="mod">
          <ac:chgData name="Maxwell, Andre" userId="24f3e971-f6d1-4a2c-91f0-ff1b3394fdac" providerId="ADAL" clId="{181E771D-41FB-4ABB-835C-C984BAB448BD}" dt="2026-06-24T19:36:30.690" v="1024"/>
          <ac:spMkLst>
            <pc:docMk/>
            <pc:sldMk cId="1712736495" sldId="260"/>
            <ac:spMk id="232" creationId="{D876D89C-39EF-FE50-E385-ECD8F9F67041}"/>
          </ac:spMkLst>
        </pc:spChg>
        <pc:spChg chg="mod">
          <ac:chgData name="Maxwell, Andre" userId="24f3e971-f6d1-4a2c-91f0-ff1b3394fdac" providerId="ADAL" clId="{181E771D-41FB-4ABB-835C-C984BAB448BD}" dt="2026-06-24T19:36:30.690" v="1024"/>
          <ac:spMkLst>
            <pc:docMk/>
            <pc:sldMk cId="1712736495" sldId="260"/>
            <ac:spMk id="233" creationId="{0673E9D9-2240-DCF4-8142-17D5C299E6FE}"/>
          </ac:spMkLst>
        </pc:spChg>
        <pc:spChg chg="mod">
          <ac:chgData name="Maxwell, Andre" userId="24f3e971-f6d1-4a2c-91f0-ff1b3394fdac" providerId="ADAL" clId="{181E771D-41FB-4ABB-835C-C984BAB448BD}" dt="2026-06-24T19:36:42.120" v="1034" actId="20577"/>
          <ac:spMkLst>
            <pc:docMk/>
            <pc:sldMk cId="1712736495" sldId="260"/>
            <ac:spMk id="236" creationId="{26DDD9B1-6D47-50AE-5942-955FDCB48F36}"/>
          </ac:spMkLst>
        </pc:spChg>
        <pc:spChg chg="mod">
          <ac:chgData name="Maxwell, Andre" userId="24f3e971-f6d1-4a2c-91f0-ff1b3394fdac" providerId="ADAL" clId="{181E771D-41FB-4ABB-835C-C984BAB448BD}" dt="2026-06-24T19:36:36.491" v="1027"/>
          <ac:spMkLst>
            <pc:docMk/>
            <pc:sldMk cId="1712736495" sldId="260"/>
            <ac:spMk id="237" creationId="{D0B070B0-2B45-6744-588A-11D8C2FB2488}"/>
          </ac:spMkLst>
        </pc:spChg>
        <pc:spChg chg="mod">
          <ac:chgData name="Maxwell, Andre" userId="24f3e971-f6d1-4a2c-91f0-ff1b3394fdac" providerId="ADAL" clId="{181E771D-41FB-4ABB-835C-C984BAB448BD}" dt="2026-06-24T19:36:55.287" v="1043" actId="20577"/>
          <ac:spMkLst>
            <pc:docMk/>
            <pc:sldMk cId="1712736495" sldId="260"/>
            <ac:spMk id="239" creationId="{2FEBB00C-A44A-1428-6CCD-D0AE9D0718CC}"/>
          </ac:spMkLst>
        </pc:spChg>
        <pc:spChg chg="mod">
          <ac:chgData name="Maxwell, Andre" userId="24f3e971-f6d1-4a2c-91f0-ff1b3394fdac" providerId="ADAL" clId="{181E771D-41FB-4ABB-835C-C984BAB448BD}" dt="2026-06-24T19:36:48.753" v="1035"/>
          <ac:spMkLst>
            <pc:docMk/>
            <pc:sldMk cId="1712736495" sldId="260"/>
            <ac:spMk id="241" creationId="{9F9452E7-E2E1-33E3-A7BC-B783175A5773}"/>
          </ac:spMkLst>
        </pc:spChg>
        <pc:spChg chg="mod">
          <ac:chgData name="Maxwell, Andre" userId="24f3e971-f6d1-4a2c-91f0-ff1b3394fdac" providerId="ADAL" clId="{181E771D-41FB-4ABB-835C-C984BAB448BD}" dt="2026-06-24T19:36:48.753" v="1035"/>
          <ac:spMkLst>
            <pc:docMk/>
            <pc:sldMk cId="1712736495" sldId="260"/>
            <ac:spMk id="242" creationId="{5306A2A7-1E5B-FF06-3561-15C1CD1141A7}"/>
          </ac:spMkLst>
        </pc:spChg>
        <pc:spChg chg="mod">
          <ac:chgData name="Maxwell, Andre" userId="24f3e971-f6d1-4a2c-91f0-ff1b3394fdac" providerId="ADAL" clId="{181E771D-41FB-4ABB-835C-C984BAB448BD}" dt="2026-06-24T19:40:34.609" v="1075" actId="20577"/>
          <ac:spMkLst>
            <pc:docMk/>
            <pc:sldMk cId="1712736495" sldId="260"/>
            <ac:spMk id="245" creationId="{80F0F104-0560-30E8-5E45-619821013604}"/>
          </ac:spMkLst>
        </pc:spChg>
        <pc:spChg chg="mod">
          <ac:chgData name="Maxwell, Andre" userId="24f3e971-f6d1-4a2c-91f0-ff1b3394fdac" providerId="ADAL" clId="{181E771D-41FB-4ABB-835C-C984BAB448BD}" dt="2026-06-24T19:40:17.106" v="1049"/>
          <ac:spMkLst>
            <pc:docMk/>
            <pc:sldMk cId="1712736495" sldId="260"/>
            <ac:spMk id="247" creationId="{CB921920-C09F-ECC2-6A88-C95BA02FC5CA}"/>
          </ac:spMkLst>
        </pc:spChg>
        <pc:spChg chg="mod">
          <ac:chgData name="Maxwell, Andre" userId="24f3e971-f6d1-4a2c-91f0-ff1b3394fdac" providerId="ADAL" clId="{181E771D-41FB-4ABB-835C-C984BAB448BD}" dt="2026-06-24T19:40:17.106" v="1049"/>
          <ac:spMkLst>
            <pc:docMk/>
            <pc:sldMk cId="1712736495" sldId="260"/>
            <ac:spMk id="248" creationId="{30236826-B662-EC66-9F4F-1F928D692020}"/>
          </ac:spMkLst>
        </pc:spChg>
        <pc:spChg chg="add mod">
          <ac:chgData name="Maxwell, Andre" userId="24f3e971-f6d1-4a2c-91f0-ff1b3394fdac" providerId="ADAL" clId="{181E771D-41FB-4ABB-835C-C984BAB448BD}" dt="2026-06-24T22:03:04.457" v="1251" actId="1076"/>
          <ac:spMkLst>
            <pc:docMk/>
            <pc:sldMk cId="1712736495" sldId="260"/>
            <ac:spMk id="250" creationId="{DA93266D-0956-0388-6B58-39961F65ACB7}"/>
          </ac:spMkLst>
        </pc:spChg>
        <pc:spChg chg="add mod">
          <ac:chgData name="Maxwell, Andre" userId="24f3e971-f6d1-4a2c-91f0-ff1b3394fdac" providerId="ADAL" clId="{181E771D-41FB-4ABB-835C-C984BAB448BD}" dt="2026-06-24T22:08:06.284" v="1437" actId="313"/>
          <ac:spMkLst>
            <pc:docMk/>
            <pc:sldMk cId="1712736495" sldId="260"/>
            <ac:spMk id="251" creationId="{D9FB521B-1CED-8E42-1D97-1612586133EF}"/>
          </ac:spMkLst>
        </pc:spChg>
        <pc:spChg chg="add mod">
          <ac:chgData name="Maxwell, Andre" userId="24f3e971-f6d1-4a2c-91f0-ff1b3394fdac" providerId="ADAL" clId="{181E771D-41FB-4ABB-835C-C984BAB448BD}" dt="2026-06-24T22:06:03.054" v="1395" actId="20577"/>
          <ac:spMkLst>
            <pc:docMk/>
            <pc:sldMk cId="1712736495" sldId="260"/>
            <ac:spMk id="252" creationId="{6101C353-00B4-A220-FD16-CAA9E24046A3}"/>
          </ac:spMkLst>
        </pc:spChg>
        <pc:spChg chg="mod">
          <ac:chgData name="Maxwell, Andre" userId="24f3e971-f6d1-4a2c-91f0-ff1b3394fdac" providerId="ADAL" clId="{181E771D-41FB-4ABB-835C-C984BAB448BD}" dt="2026-06-24T21:57:49.603" v="1110" actId="1076"/>
          <ac:spMkLst>
            <pc:docMk/>
            <pc:sldMk cId="1712736495" sldId="260"/>
            <ac:spMk id="254" creationId="{44AD4F63-6D97-7AA2-F84D-9E634C064AF8}"/>
          </ac:spMkLst>
        </pc:spChg>
        <pc:spChg chg="mod">
          <ac:chgData name="Maxwell, Andre" userId="24f3e971-f6d1-4a2c-91f0-ff1b3394fdac" providerId="ADAL" clId="{181E771D-41FB-4ABB-835C-C984BAB448BD}" dt="2026-06-24T19:45:21.706" v="1093"/>
          <ac:spMkLst>
            <pc:docMk/>
            <pc:sldMk cId="1712736495" sldId="260"/>
            <ac:spMk id="256" creationId="{52D886AE-8FDB-91DE-5748-DB73CE8DA8E4}"/>
          </ac:spMkLst>
        </pc:spChg>
        <pc:spChg chg="mod">
          <ac:chgData name="Maxwell, Andre" userId="24f3e971-f6d1-4a2c-91f0-ff1b3394fdac" providerId="ADAL" clId="{181E771D-41FB-4ABB-835C-C984BAB448BD}" dt="2026-06-24T19:45:21.706" v="1093"/>
          <ac:spMkLst>
            <pc:docMk/>
            <pc:sldMk cId="1712736495" sldId="260"/>
            <ac:spMk id="257" creationId="{EA10CC1F-0644-4F5A-2588-492C95635996}"/>
          </ac:spMkLst>
        </pc:spChg>
        <pc:spChg chg="add mod">
          <ac:chgData name="Maxwell, Andre" userId="24f3e971-f6d1-4a2c-91f0-ff1b3394fdac" providerId="ADAL" clId="{181E771D-41FB-4ABB-835C-C984BAB448BD}" dt="2026-06-24T22:03:04.457" v="1251" actId="1076"/>
          <ac:spMkLst>
            <pc:docMk/>
            <pc:sldMk cId="1712736495" sldId="260"/>
            <ac:spMk id="259" creationId="{41D6EB92-A7F5-91E6-4E5B-80926A90DDCE}"/>
          </ac:spMkLst>
        </pc:spChg>
        <pc:grpChg chg="add mod">
          <ac:chgData name="Maxwell, Andre" userId="24f3e971-f6d1-4a2c-91f0-ff1b3394fdac" providerId="ADAL" clId="{181E771D-41FB-4ABB-835C-C984BAB448BD}" dt="2026-06-24T21:58:01.049" v="1112" actId="1076"/>
          <ac:grpSpMkLst>
            <pc:docMk/>
            <pc:sldMk cId="1712736495" sldId="260"/>
            <ac:grpSpMk id="4" creationId="{D0BEC513-63A4-189D-989E-62D23F404E0D}"/>
          </ac:grpSpMkLst>
        </pc:grpChg>
        <pc:grpChg chg="mod">
          <ac:chgData name="Maxwell, Andre" userId="24f3e971-f6d1-4a2c-91f0-ff1b3394fdac" providerId="ADAL" clId="{181E771D-41FB-4ABB-835C-C984BAB448BD}" dt="2026-06-24T21:57:18.235" v="1100"/>
          <ac:grpSpMkLst>
            <pc:docMk/>
            <pc:sldMk cId="1712736495" sldId="260"/>
            <ac:grpSpMk id="6" creationId="{4AE3869C-17F5-D6F6-8E4E-413E9F6F9F98}"/>
          </ac:grpSpMkLst>
        </pc:grpChg>
        <pc:grpChg chg="add mod">
          <ac:chgData name="Maxwell, Andre" userId="24f3e971-f6d1-4a2c-91f0-ff1b3394fdac" providerId="ADAL" clId="{181E771D-41FB-4ABB-835C-C984BAB448BD}" dt="2026-06-24T22:03:04.457" v="1251" actId="1076"/>
          <ac:grpSpMkLst>
            <pc:docMk/>
            <pc:sldMk cId="1712736495" sldId="260"/>
            <ac:grpSpMk id="11" creationId="{54893271-4B16-A0F0-5546-FE69DE842B90}"/>
          </ac:grpSpMkLst>
        </pc:grpChg>
        <pc:grpChg chg="mod">
          <ac:chgData name="Maxwell, Andre" userId="24f3e971-f6d1-4a2c-91f0-ff1b3394fdac" providerId="ADAL" clId="{181E771D-41FB-4ABB-835C-C984BAB448BD}" dt="2026-06-24T21:57:22.198" v="1102"/>
          <ac:grpSpMkLst>
            <pc:docMk/>
            <pc:sldMk cId="1712736495" sldId="260"/>
            <ac:grpSpMk id="13" creationId="{A56FB952-BE33-D9D7-9377-11DFAC232300}"/>
          </ac:grpSpMkLst>
        </pc:grpChg>
        <pc:grpChg chg="add mod">
          <ac:chgData name="Maxwell, Andre" userId="24f3e971-f6d1-4a2c-91f0-ff1b3394fdac" providerId="ADAL" clId="{181E771D-41FB-4ABB-835C-C984BAB448BD}" dt="2026-06-24T22:03:04.457" v="1251" actId="1076"/>
          <ac:grpSpMkLst>
            <pc:docMk/>
            <pc:sldMk cId="1712736495" sldId="260"/>
            <ac:grpSpMk id="18" creationId="{42412C67-0102-BCF1-43F2-F3FB23A96099}"/>
          </ac:grpSpMkLst>
        </pc:grpChg>
        <pc:grpChg chg="mod">
          <ac:chgData name="Maxwell, Andre" userId="24f3e971-f6d1-4a2c-91f0-ff1b3394fdac" providerId="ADAL" clId="{181E771D-41FB-4ABB-835C-C984BAB448BD}" dt="2026-06-24T21:57:26.696" v="1104"/>
          <ac:grpSpMkLst>
            <pc:docMk/>
            <pc:sldMk cId="1712736495" sldId="260"/>
            <ac:grpSpMk id="20" creationId="{B6325A79-D50A-5868-0501-8E35B255FB27}"/>
          </ac:grpSpMkLst>
        </pc:grpChg>
        <pc:grpChg chg="add mod">
          <ac:chgData name="Maxwell, Andre" userId="24f3e971-f6d1-4a2c-91f0-ff1b3394fdac" providerId="ADAL" clId="{181E771D-41FB-4ABB-835C-C984BAB448BD}" dt="2026-06-24T18:40:27.638" v="68" actId="164"/>
          <ac:grpSpMkLst>
            <pc:docMk/>
            <pc:sldMk cId="1712736495" sldId="260"/>
            <ac:grpSpMk id="42" creationId="{3A27ADCF-46F6-0E9C-F039-B0B472E15A6B}"/>
          </ac:grpSpMkLst>
        </pc:grpChg>
        <pc:grpChg chg="add del mod">
          <ac:chgData name="Maxwell, Andre" userId="24f3e971-f6d1-4a2c-91f0-ff1b3394fdac" providerId="ADAL" clId="{181E771D-41FB-4ABB-835C-C984BAB448BD}" dt="2026-06-24T19:27:39.924" v="808" actId="478"/>
          <ac:grpSpMkLst>
            <pc:docMk/>
            <pc:sldMk cId="1712736495" sldId="260"/>
            <ac:grpSpMk id="43" creationId="{5C7F5601-7749-8FD6-9D76-BD4C3058AAD3}"/>
          </ac:grpSpMkLst>
        </pc:grpChg>
        <pc:grpChg chg="add del mod">
          <ac:chgData name="Maxwell, Andre" userId="24f3e971-f6d1-4a2c-91f0-ff1b3394fdac" providerId="ADAL" clId="{181E771D-41FB-4ABB-835C-C984BAB448BD}" dt="2026-06-24T19:27:39.924" v="808" actId="478"/>
          <ac:grpSpMkLst>
            <pc:docMk/>
            <pc:sldMk cId="1712736495" sldId="260"/>
            <ac:grpSpMk id="44" creationId="{8AC570A8-F811-AFF6-E312-54B7D0BA860C}"/>
          </ac:grpSpMkLst>
        </pc:grpChg>
        <pc:grpChg chg="mod">
          <ac:chgData name="Maxwell, Andre" userId="24f3e971-f6d1-4a2c-91f0-ff1b3394fdac" providerId="ADAL" clId="{181E771D-41FB-4ABB-835C-C984BAB448BD}" dt="2026-06-24T18:40:34.587" v="69"/>
          <ac:grpSpMkLst>
            <pc:docMk/>
            <pc:sldMk cId="1712736495" sldId="260"/>
            <ac:grpSpMk id="46" creationId="{BD00AB7E-93EB-58F8-79E2-1CAF73098D1A}"/>
          </ac:grpSpMkLst>
        </pc:grpChg>
        <pc:grpChg chg="add del mod">
          <ac:chgData name="Maxwell, Andre" userId="24f3e971-f6d1-4a2c-91f0-ff1b3394fdac" providerId="ADAL" clId="{181E771D-41FB-4ABB-835C-C984BAB448BD}" dt="2026-06-24T19:27:39.924" v="808" actId="478"/>
          <ac:grpSpMkLst>
            <pc:docMk/>
            <pc:sldMk cId="1712736495" sldId="260"/>
            <ac:grpSpMk id="50" creationId="{9BC0737E-BB67-E801-03AE-84E256CE6757}"/>
          </ac:grpSpMkLst>
        </pc:grpChg>
        <pc:grpChg chg="mod">
          <ac:chgData name="Maxwell, Andre" userId="24f3e971-f6d1-4a2c-91f0-ff1b3394fdac" providerId="ADAL" clId="{181E771D-41FB-4ABB-835C-C984BAB448BD}" dt="2026-06-24T18:40:56.532" v="80"/>
          <ac:grpSpMkLst>
            <pc:docMk/>
            <pc:sldMk cId="1712736495" sldId="260"/>
            <ac:grpSpMk id="52" creationId="{6C63580A-4EC2-9E5A-0075-77838D1966E8}"/>
          </ac:grpSpMkLst>
        </pc:grpChg>
        <pc:grpChg chg="add mod">
          <ac:chgData name="Maxwell, Andre" userId="24f3e971-f6d1-4a2c-91f0-ff1b3394fdac" providerId="ADAL" clId="{181E771D-41FB-4ABB-835C-C984BAB448BD}" dt="2026-06-24T22:04:17.862" v="1281" actId="1076"/>
          <ac:grpSpMkLst>
            <pc:docMk/>
            <pc:sldMk cId="1712736495" sldId="260"/>
            <ac:grpSpMk id="52" creationId="{FC4854B5-A4AF-A33C-A1DA-838104081DC6}"/>
          </ac:grpSpMkLst>
        </pc:grpChg>
        <pc:grpChg chg="mod">
          <ac:chgData name="Maxwell, Andre" userId="24f3e971-f6d1-4a2c-91f0-ff1b3394fdac" providerId="ADAL" clId="{181E771D-41FB-4ABB-835C-C984BAB448BD}" dt="2026-06-24T22:04:15.053" v="1280"/>
          <ac:grpSpMkLst>
            <pc:docMk/>
            <pc:sldMk cId="1712736495" sldId="260"/>
            <ac:grpSpMk id="54" creationId="{815C2F5D-F235-ED25-2F54-320F42C2DEEB}"/>
          </ac:grpSpMkLst>
        </pc:grpChg>
        <pc:grpChg chg="add mod">
          <ac:chgData name="Maxwell, Andre" userId="24f3e971-f6d1-4a2c-91f0-ff1b3394fdac" providerId="ADAL" clId="{181E771D-41FB-4ABB-835C-C984BAB448BD}" dt="2026-06-24T18:41:30.566" v="103" actId="1076"/>
          <ac:grpSpMkLst>
            <pc:docMk/>
            <pc:sldMk cId="1712736495" sldId="260"/>
            <ac:grpSpMk id="56" creationId="{764C8291-6281-1C07-9637-ECC88B4E1F36}"/>
          </ac:grpSpMkLst>
        </pc:grpChg>
        <pc:grpChg chg="mod">
          <ac:chgData name="Maxwell, Andre" userId="24f3e971-f6d1-4a2c-91f0-ff1b3394fdac" providerId="ADAL" clId="{181E771D-41FB-4ABB-835C-C984BAB448BD}" dt="2026-06-24T18:41:26.998" v="102"/>
          <ac:grpSpMkLst>
            <pc:docMk/>
            <pc:sldMk cId="1712736495" sldId="260"/>
            <ac:grpSpMk id="58" creationId="{B16B4CB6-4117-DBF7-48BD-94FF084BDEE4}"/>
          </ac:grpSpMkLst>
        </pc:grpChg>
        <pc:grpChg chg="add mod">
          <ac:chgData name="Maxwell, Andre" userId="24f3e971-f6d1-4a2c-91f0-ff1b3394fdac" providerId="ADAL" clId="{181E771D-41FB-4ABB-835C-C984BAB448BD}" dt="2026-06-24T22:07:40.366" v="1418" actId="1076"/>
          <ac:grpSpMkLst>
            <pc:docMk/>
            <pc:sldMk cId="1712736495" sldId="260"/>
            <ac:grpSpMk id="59" creationId="{EB222E9E-9015-C459-4C44-A5CCE1B46E15}"/>
          </ac:grpSpMkLst>
        </pc:grpChg>
        <pc:grpChg chg="mod">
          <ac:chgData name="Maxwell, Andre" userId="24f3e971-f6d1-4a2c-91f0-ff1b3394fdac" providerId="ADAL" clId="{181E771D-41FB-4ABB-835C-C984BAB448BD}" dt="2026-06-24T22:07:36.014" v="1417"/>
          <ac:grpSpMkLst>
            <pc:docMk/>
            <pc:sldMk cId="1712736495" sldId="260"/>
            <ac:grpSpMk id="61" creationId="{9F176B6F-A688-B1E0-2FB1-A39030E81BC9}"/>
          </ac:grpSpMkLst>
        </pc:grpChg>
        <pc:grpChg chg="add mod">
          <ac:chgData name="Maxwell, Andre" userId="24f3e971-f6d1-4a2c-91f0-ff1b3394fdac" providerId="ADAL" clId="{181E771D-41FB-4ABB-835C-C984BAB448BD}" dt="2026-06-24T18:42:55.445" v="140" actId="14100"/>
          <ac:grpSpMkLst>
            <pc:docMk/>
            <pc:sldMk cId="1712736495" sldId="260"/>
            <ac:grpSpMk id="62" creationId="{435E528A-1CDA-FC2C-32A8-7E1825E99AE5}"/>
          </ac:grpSpMkLst>
        </pc:grpChg>
        <pc:grpChg chg="del mod">
          <ac:chgData name="Maxwell, Andre" userId="24f3e971-f6d1-4a2c-91f0-ff1b3394fdac" providerId="ADAL" clId="{181E771D-41FB-4ABB-835C-C984BAB448BD}" dt="2026-06-24T18:42:04.746" v="127" actId="478"/>
          <ac:grpSpMkLst>
            <pc:docMk/>
            <pc:sldMk cId="1712736495" sldId="260"/>
            <ac:grpSpMk id="64" creationId="{C6A27581-D597-93F2-037C-F6D8FE3D9ECC}"/>
          </ac:grpSpMkLst>
        </pc:grpChg>
        <pc:grpChg chg="add del mod">
          <ac:chgData name="Maxwell, Andre" userId="24f3e971-f6d1-4a2c-91f0-ff1b3394fdac" providerId="ADAL" clId="{181E771D-41FB-4ABB-835C-C984BAB448BD}" dt="2026-06-24T19:27:22.933" v="806" actId="478"/>
          <ac:grpSpMkLst>
            <pc:docMk/>
            <pc:sldMk cId="1712736495" sldId="260"/>
            <ac:grpSpMk id="68" creationId="{829DEACA-06AB-3D50-83C5-D9F379FD1FAB}"/>
          </ac:grpSpMkLst>
        </pc:grpChg>
        <pc:grpChg chg="add del mod">
          <ac:chgData name="Maxwell, Andre" userId="24f3e971-f6d1-4a2c-91f0-ff1b3394fdac" providerId="ADAL" clId="{181E771D-41FB-4ABB-835C-C984BAB448BD}" dt="2026-06-24T19:27:22.933" v="806" actId="478"/>
          <ac:grpSpMkLst>
            <pc:docMk/>
            <pc:sldMk cId="1712736495" sldId="260"/>
            <ac:grpSpMk id="71" creationId="{A2F5CEB8-AB0F-E556-5FC1-3FDD3416FC6D}"/>
          </ac:grpSpMkLst>
        </pc:grpChg>
        <pc:grpChg chg="add del mod">
          <ac:chgData name="Maxwell, Andre" userId="24f3e971-f6d1-4a2c-91f0-ff1b3394fdac" providerId="ADAL" clId="{181E771D-41FB-4ABB-835C-C984BAB448BD}" dt="2026-06-24T18:43:32.284" v="180" actId="478"/>
          <ac:grpSpMkLst>
            <pc:docMk/>
            <pc:sldMk cId="1712736495" sldId="260"/>
            <ac:grpSpMk id="74" creationId="{28A78BD6-9EE4-C679-1C8E-8DDAC1569F0F}"/>
          </ac:grpSpMkLst>
        </pc:grpChg>
        <pc:grpChg chg="add del mod">
          <ac:chgData name="Maxwell, Andre" userId="24f3e971-f6d1-4a2c-91f0-ff1b3394fdac" providerId="ADAL" clId="{181E771D-41FB-4ABB-835C-C984BAB448BD}" dt="2026-06-24T19:27:22.933" v="806" actId="478"/>
          <ac:grpSpMkLst>
            <pc:docMk/>
            <pc:sldMk cId="1712736495" sldId="260"/>
            <ac:grpSpMk id="77" creationId="{4120BC81-6910-CECC-29A5-BA6523C56C91}"/>
          </ac:grpSpMkLst>
        </pc:grpChg>
        <pc:grpChg chg="add del mod">
          <ac:chgData name="Maxwell, Andre" userId="24f3e971-f6d1-4a2c-91f0-ff1b3394fdac" providerId="ADAL" clId="{181E771D-41FB-4ABB-835C-C984BAB448BD}" dt="2026-06-24T19:27:22.933" v="806" actId="478"/>
          <ac:grpSpMkLst>
            <pc:docMk/>
            <pc:sldMk cId="1712736495" sldId="260"/>
            <ac:grpSpMk id="80" creationId="{787F244F-56CA-184B-8F59-0CE46F513052}"/>
          </ac:grpSpMkLst>
        </pc:grpChg>
        <pc:grpChg chg="mod">
          <ac:chgData name="Maxwell, Andre" userId="24f3e971-f6d1-4a2c-91f0-ff1b3394fdac" providerId="ADAL" clId="{181E771D-41FB-4ABB-835C-C984BAB448BD}" dt="2026-06-24T18:44:17.727" v="215"/>
          <ac:grpSpMkLst>
            <pc:docMk/>
            <pc:sldMk cId="1712736495" sldId="260"/>
            <ac:grpSpMk id="82" creationId="{72747970-C487-CE28-964F-B786DFCEFDFF}"/>
          </ac:grpSpMkLst>
        </pc:grpChg>
        <pc:grpChg chg="add del mod">
          <ac:chgData name="Maxwell, Andre" userId="24f3e971-f6d1-4a2c-91f0-ff1b3394fdac" providerId="ADAL" clId="{181E771D-41FB-4ABB-835C-C984BAB448BD}" dt="2026-06-24T19:27:22.933" v="806" actId="478"/>
          <ac:grpSpMkLst>
            <pc:docMk/>
            <pc:sldMk cId="1712736495" sldId="260"/>
            <ac:grpSpMk id="86" creationId="{B6A087CC-E072-7C20-D826-70D07E46CA2E}"/>
          </ac:grpSpMkLst>
        </pc:grpChg>
        <pc:grpChg chg="add del mod">
          <ac:chgData name="Maxwell, Andre" userId="24f3e971-f6d1-4a2c-91f0-ff1b3394fdac" providerId="ADAL" clId="{181E771D-41FB-4ABB-835C-C984BAB448BD}" dt="2026-06-24T19:27:22.933" v="806" actId="478"/>
          <ac:grpSpMkLst>
            <pc:docMk/>
            <pc:sldMk cId="1712736495" sldId="260"/>
            <ac:grpSpMk id="89" creationId="{FBD49F4F-E262-4F36-A2C3-3964076510DD}"/>
          </ac:grpSpMkLst>
        </pc:grpChg>
        <pc:grpChg chg="add del mod">
          <ac:chgData name="Maxwell, Andre" userId="24f3e971-f6d1-4a2c-91f0-ff1b3394fdac" providerId="ADAL" clId="{181E771D-41FB-4ABB-835C-C984BAB448BD}" dt="2026-06-24T18:47:08.474" v="384" actId="478"/>
          <ac:grpSpMkLst>
            <pc:docMk/>
            <pc:sldMk cId="1712736495" sldId="260"/>
            <ac:grpSpMk id="92" creationId="{63EE8230-8638-E1AF-1E11-857E16D03F1C}"/>
          </ac:grpSpMkLst>
        </pc:grpChg>
        <pc:grpChg chg="add del mod">
          <ac:chgData name="Maxwell, Andre" userId="24f3e971-f6d1-4a2c-91f0-ff1b3394fdac" providerId="ADAL" clId="{181E771D-41FB-4ABB-835C-C984BAB448BD}" dt="2026-06-24T18:47:09.707" v="385" actId="478"/>
          <ac:grpSpMkLst>
            <pc:docMk/>
            <pc:sldMk cId="1712736495" sldId="260"/>
            <ac:grpSpMk id="95" creationId="{45453969-C841-6E89-5F39-34B0E4E129CD}"/>
          </ac:grpSpMkLst>
        </pc:grpChg>
        <pc:grpChg chg="add del mod">
          <ac:chgData name="Maxwell, Andre" userId="24f3e971-f6d1-4a2c-91f0-ff1b3394fdac" providerId="ADAL" clId="{181E771D-41FB-4ABB-835C-C984BAB448BD}" dt="2026-06-24T19:27:22.933" v="806" actId="478"/>
          <ac:grpSpMkLst>
            <pc:docMk/>
            <pc:sldMk cId="1712736495" sldId="260"/>
            <ac:grpSpMk id="98" creationId="{E16D8747-E997-CA39-2117-F4A14A67F8E6}"/>
          </ac:grpSpMkLst>
        </pc:grpChg>
        <pc:grpChg chg="mod">
          <ac:chgData name="Maxwell, Andre" userId="24f3e971-f6d1-4a2c-91f0-ff1b3394fdac" providerId="ADAL" clId="{181E771D-41FB-4ABB-835C-C984BAB448BD}" dt="2026-06-24T18:47:14.991" v="386"/>
          <ac:grpSpMkLst>
            <pc:docMk/>
            <pc:sldMk cId="1712736495" sldId="260"/>
            <ac:grpSpMk id="100" creationId="{AC7C1953-1EB8-D7E4-EC7A-388CA5948B69}"/>
          </ac:grpSpMkLst>
        </pc:grpChg>
        <pc:grpChg chg="add del mod">
          <ac:chgData name="Maxwell, Andre" userId="24f3e971-f6d1-4a2c-91f0-ff1b3394fdac" providerId="ADAL" clId="{181E771D-41FB-4ABB-835C-C984BAB448BD}" dt="2026-06-24T19:27:22.933" v="806" actId="478"/>
          <ac:grpSpMkLst>
            <pc:docMk/>
            <pc:sldMk cId="1712736495" sldId="260"/>
            <ac:grpSpMk id="105" creationId="{A4F2BE63-4FE4-3060-5A11-D6504F32C352}"/>
          </ac:grpSpMkLst>
        </pc:grpChg>
        <pc:grpChg chg="mod">
          <ac:chgData name="Maxwell, Andre" userId="24f3e971-f6d1-4a2c-91f0-ff1b3394fdac" providerId="ADAL" clId="{181E771D-41FB-4ABB-835C-C984BAB448BD}" dt="2026-06-24T18:47:30.901" v="401"/>
          <ac:grpSpMkLst>
            <pc:docMk/>
            <pc:sldMk cId="1712736495" sldId="260"/>
            <ac:grpSpMk id="107" creationId="{12C1BF35-BB81-B262-F549-BE8B1A14D54C}"/>
          </ac:grpSpMkLst>
        </pc:grpChg>
        <pc:grpChg chg="add mod">
          <ac:chgData name="Maxwell, Andre" userId="24f3e971-f6d1-4a2c-91f0-ff1b3394fdac" providerId="ADAL" clId="{181E771D-41FB-4ABB-835C-C984BAB448BD}" dt="2026-06-24T18:48:11.175" v="412" actId="1076"/>
          <ac:grpSpMkLst>
            <pc:docMk/>
            <pc:sldMk cId="1712736495" sldId="260"/>
            <ac:grpSpMk id="111" creationId="{ABA9711A-CDBC-E28A-D09C-AA4092DC517D}"/>
          </ac:grpSpMkLst>
        </pc:grpChg>
        <pc:grpChg chg="mod">
          <ac:chgData name="Maxwell, Andre" userId="24f3e971-f6d1-4a2c-91f0-ff1b3394fdac" providerId="ADAL" clId="{181E771D-41FB-4ABB-835C-C984BAB448BD}" dt="2026-06-24T18:48:07.240" v="411"/>
          <ac:grpSpMkLst>
            <pc:docMk/>
            <pc:sldMk cId="1712736495" sldId="260"/>
            <ac:grpSpMk id="113" creationId="{64890E64-E16E-5D38-AD51-129B7587C244}"/>
          </ac:grpSpMkLst>
        </pc:grpChg>
        <pc:grpChg chg="add del mod">
          <ac:chgData name="Maxwell, Andre" userId="24f3e971-f6d1-4a2c-91f0-ff1b3394fdac" providerId="ADAL" clId="{181E771D-41FB-4ABB-835C-C984BAB448BD}" dt="2026-06-24T19:27:39.924" v="808" actId="478"/>
          <ac:grpSpMkLst>
            <pc:docMk/>
            <pc:sldMk cId="1712736495" sldId="260"/>
            <ac:grpSpMk id="117" creationId="{33DDCA5D-3496-1F5A-5A30-C9E342E12589}"/>
          </ac:grpSpMkLst>
        </pc:grpChg>
        <pc:grpChg chg="mod">
          <ac:chgData name="Maxwell, Andre" userId="24f3e971-f6d1-4a2c-91f0-ff1b3394fdac" providerId="ADAL" clId="{181E771D-41FB-4ABB-835C-C984BAB448BD}" dt="2026-06-24T18:49:19.554" v="455"/>
          <ac:grpSpMkLst>
            <pc:docMk/>
            <pc:sldMk cId="1712736495" sldId="260"/>
            <ac:grpSpMk id="119" creationId="{2E88CCC0-63DE-7E9E-41C8-B9150AAB8D2D}"/>
          </ac:grpSpMkLst>
        </pc:grpChg>
        <pc:grpChg chg="add del mod">
          <ac:chgData name="Maxwell, Andre" userId="24f3e971-f6d1-4a2c-91f0-ff1b3394fdac" providerId="ADAL" clId="{181E771D-41FB-4ABB-835C-C984BAB448BD}" dt="2026-06-24T19:27:39.924" v="808" actId="478"/>
          <ac:grpSpMkLst>
            <pc:docMk/>
            <pc:sldMk cId="1712736495" sldId="260"/>
            <ac:grpSpMk id="123" creationId="{37E65E34-4356-B126-5526-5D6DCDEA1EAE}"/>
          </ac:grpSpMkLst>
        </pc:grpChg>
        <pc:grpChg chg="mod">
          <ac:chgData name="Maxwell, Andre" userId="24f3e971-f6d1-4a2c-91f0-ff1b3394fdac" providerId="ADAL" clId="{181E771D-41FB-4ABB-835C-C984BAB448BD}" dt="2026-06-24T18:50:12.259" v="468"/>
          <ac:grpSpMkLst>
            <pc:docMk/>
            <pc:sldMk cId="1712736495" sldId="260"/>
            <ac:grpSpMk id="125" creationId="{A027A006-6E40-DBBC-DE7C-AFF29DC9B656}"/>
          </ac:grpSpMkLst>
        </pc:grpChg>
        <pc:grpChg chg="add mod">
          <ac:chgData name="Maxwell, Andre" userId="24f3e971-f6d1-4a2c-91f0-ff1b3394fdac" providerId="ADAL" clId="{181E771D-41FB-4ABB-835C-C984BAB448BD}" dt="2026-06-24T22:08:23.276" v="1439" actId="1076"/>
          <ac:grpSpMkLst>
            <pc:docMk/>
            <pc:sldMk cId="1712736495" sldId="260"/>
            <ac:grpSpMk id="129" creationId="{2E0514B7-CBC0-E7FE-835B-AEA703CAEB55}"/>
          </ac:grpSpMkLst>
        </pc:grpChg>
        <pc:grpChg chg="add del mod">
          <ac:chgData name="Maxwell, Andre" userId="24f3e971-f6d1-4a2c-91f0-ff1b3394fdac" providerId="ADAL" clId="{181E771D-41FB-4ABB-835C-C984BAB448BD}" dt="2026-06-24T19:27:39.924" v="808" actId="478"/>
          <ac:grpSpMkLst>
            <pc:docMk/>
            <pc:sldMk cId="1712736495" sldId="260"/>
            <ac:grpSpMk id="129" creationId="{A1ED40B9-A36A-1A05-6DFD-E5C70C92C6E0}"/>
          </ac:grpSpMkLst>
        </pc:grpChg>
        <pc:grpChg chg="mod">
          <ac:chgData name="Maxwell, Andre" userId="24f3e971-f6d1-4a2c-91f0-ff1b3394fdac" providerId="ADAL" clId="{181E771D-41FB-4ABB-835C-C984BAB448BD}" dt="2026-06-24T22:08:20.527" v="1438"/>
          <ac:grpSpMkLst>
            <pc:docMk/>
            <pc:sldMk cId="1712736495" sldId="260"/>
            <ac:grpSpMk id="131" creationId="{4FBACEA1-D62E-3D68-A4E4-B934A9AF6C5A}"/>
          </ac:grpSpMkLst>
        </pc:grpChg>
        <pc:grpChg chg="del mod">
          <ac:chgData name="Maxwell, Andre" userId="24f3e971-f6d1-4a2c-91f0-ff1b3394fdac" providerId="ADAL" clId="{181E771D-41FB-4ABB-835C-C984BAB448BD}" dt="2026-06-24T18:51:11.773" v="495" actId="478"/>
          <ac:grpSpMkLst>
            <pc:docMk/>
            <pc:sldMk cId="1712736495" sldId="260"/>
            <ac:grpSpMk id="131" creationId="{ABC8DDAE-FD59-79A4-E089-0733AAB73669}"/>
          </ac:grpSpMkLst>
        </pc:grpChg>
        <pc:grpChg chg="add mod">
          <ac:chgData name="Maxwell, Andre" userId="24f3e971-f6d1-4a2c-91f0-ff1b3394fdac" providerId="ADAL" clId="{181E771D-41FB-4ABB-835C-C984BAB448BD}" dt="2026-06-24T18:55:21.392" v="610" actId="1076"/>
          <ac:grpSpMkLst>
            <pc:docMk/>
            <pc:sldMk cId="1712736495" sldId="260"/>
            <ac:grpSpMk id="135" creationId="{5EC7B350-FB94-6E08-0757-36B3EB323869}"/>
          </ac:grpSpMkLst>
        </pc:grpChg>
        <pc:grpChg chg="mod">
          <ac:chgData name="Maxwell, Andre" userId="24f3e971-f6d1-4a2c-91f0-ff1b3394fdac" providerId="ADAL" clId="{181E771D-41FB-4ABB-835C-C984BAB448BD}" dt="2026-06-24T18:51:31.354" v="496"/>
          <ac:grpSpMkLst>
            <pc:docMk/>
            <pc:sldMk cId="1712736495" sldId="260"/>
            <ac:grpSpMk id="137" creationId="{F4DE2EDE-280E-7421-BDC7-197DA5B6670E}"/>
          </ac:grpSpMkLst>
        </pc:grpChg>
        <pc:grpChg chg="add del mod">
          <ac:chgData name="Maxwell, Andre" userId="24f3e971-f6d1-4a2c-91f0-ff1b3394fdac" providerId="ADAL" clId="{181E771D-41FB-4ABB-835C-C984BAB448BD}" dt="2026-06-24T19:27:22.933" v="806" actId="478"/>
          <ac:grpSpMkLst>
            <pc:docMk/>
            <pc:sldMk cId="1712736495" sldId="260"/>
            <ac:grpSpMk id="141" creationId="{5C465D9B-7829-4564-DBCE-C48CEC286318}"/>
          </ac:grpSpMkLst>
        </pc:grpChg>
        <pc:grpChg chg="del mod">
          <ac:chgData name="Maxwell, Andre" userId="24f3e971-f6d1-4a2c-91f0-ff1b3394fdac" providerId="ADAL" clId="{181E771D-41FB-4ABB-835C-C984BAB448BD}" dt="2026-06-24T18:51:55.352" v="506" actId="478"/>
          <ac:grpSpMkLst>
            <pc:docMk/>
            <pc:sldMk cId="1712736495" sldId="260"/>
            <ac:grpSpMk id="143" creationId="{93CA0817-AAE6-4234-5C80-3C56C367D548}"/>
          </ac:grpSpMkLst>
        </pc:grpChg>
        <pc:grpChg chg="add mod">
          <ac:chgData name="Maxwell, Andre" userId="24f3e971-f6d1-4a2c-91f0-ff1b3394fdac" providerId="ADAL" clId="{181E771D-41FB-4ABB-835C-C984BAB448BD}" dt="2026-06-24T18:55:21.392" v="610" actId="1076"/>
          <ac:grpSpMkLst>
            <pc:docMk/>
            <pc:sldMk cId="1712736495" sldId="260"/>
            <ac:grpSpMk id="147" creationId="{0FF09C60-D38D-0B8C-D7D5-CD6627B24180}"/>
          </ac:grpSpMkLst>
        </pc:grpChg>
        <pc:grpChg chg="mod">
          <ac:chgData name="Maxwell, Andre" userId="24f3e971-f6d1-4a2c-91f0-ff1b3394fdac" providerId="ADAL" clId="{181E771D-41FB-4ABB-835C-C984BAB448BD}" dt="2026-06-24T18:52:33.580" v="538"/>
          <ac:grpSpMkLst>
            <pc:docMk/>
            <pc:sldMk cId="1712736495" sldId="260"/>
            <ac:grpSpMk id="149" creationId="{8E07A1A6-9F41-DC0F-71D6-CEFDE010F3DD}"/>
          </ac:grpSpMkLst>
        </pc:grpChg>
        <pc:grpChg chg="add mod">
          <ac:chgData name="Maxwell, Andre" userId="24f3e971-f6d1-4a2c-91f0-ff1b3394fdac" providerId="ADAL" clId="{181E771D-41FB-4ABB-835C-C984BAB448BD}" dt="2026-06-24T18:55:21.392" v="610" actId="1076"/>
          <ac:grpSpMkLst>
            <pc:docMk/>
            <pc:sldMk cId="1712736495" sldId="260"/>
            <ac:grpSpMk id="153" creationId="{8AED7DBA-99D3-BE3A-1500-05CCE29843FC}"/>
          </ac:grpSpMkLst>
        </pc:grpChg>
        <pc:grpChg chg="mod">
          <ac:chgData name="Maxwell, Andre" userId="24f3e971-f6d1-4a2c-91f0-ff1b3394fdac" providerId="ADAL" clId="{181E771D-41FB-4ABB-835C-C984BAB448BD}" dt="2026-06-24T18:53:06.307" v="574"/>
          <ac:grpSpMkLst>
            <pc:docMk/>
            <pc:sldMk cId="1712736495" sldId="260"/>
            <ac:grpSpMk id="155" creationId="{C95ABA1C-723B-1FEE-3DB7-CA2B3011E98F}"/>
          </ac:grpSpMkLst>
        </pc:grpChg>
        <pc:grpChg chg="add del mod">
          <ac:chgData name="Maxwell, Andre" userId="24f3e971-f6d1-4a2c-91f0-ff1b3394fdac" providerId="ADAL" clId="{181E771D-41FB-4ABB-835C-C984BAB448BD}" dt="2026-06-24T19:27:22.933" v="806" actId="478"/>
          <ac:grpSpMkLst>
            <pc:docMk/>
            <pc:sldMk cId="1712736495" sldId="260"/>
            <ac:grpSpMk id="159" creationId="{A0979665-EFF8-2FB5-D7CA-D0AE02D70444}"/>
          </ac:grpSpMkLst>
        </pc:grpChg>
        <pc:grpChg chg="mod">
          <ac:chgData name="Maxwell, Andre" userId="24f3e971-f6d1-4a2c-91f0-ff1b3394fdac" providerId="ADAL" clId="{181E771D-41FB-4ABB-835C-C984BAB448BD}" dt="2026-06-24T18:53:06.307" v="574"/>
          <ac:grpSpMkLst>
            <pc:docMk/>
            <pc:sldMk cId="1712736495" sldId="260"/>
            <ac:grpSpMk id="161" creationId="{DD6FE333-AAE0-8B59-6C6D-1276F2AF0BAA}"/>
          </ac:grpSpMkLst>
        </pc:grpChg>
        <pc:grpChg chg="add del mod">
          <ac:chgData name="Maxwell, Andre" userId="24f3e971-f6d1-4a2c-91f0-ff1b3394fdac" providerId="ADAL" clId="{181E771D-41FB-4ABB-835C-C984BAB448BD}" dt="2026-06-24T19:27:34.211" v="807" actId="21"/>
          <ac:grpSpMkLst>
            <pc:docMk/>
            <pc:sldMk cId="1712736495" sldId="260"/>
            <ac:grpSpMk id="170" creationId="{FE417A82-990C-35D4-4CC0-2E1F5A6FF328}"/>
          </ac:grpSpMkLst>
        </pc:grpChg>
        <pc:grpChg chg="mod">
          <ac:chgData name="Maxwell, Andre" userId="24f3e971-f6d1-4a2c-91f0-ff1b3394fdac" providerId="ADAL" clId="{181E771D-41FB-4ABB-835C-C984BAB448BD}" dt="2026-06-24T18:56:35.280" v="614"/>
          <ac:grpSpMkLst>
            <pc:docMk/>
            <pc:sldMk cId="1712736495" sldId="260"/>
            <ac:grpSpMk id="172" creationId="{D084F731-BBBA-0F9C-427A-562B37DE28EA}"/>
          </ac:grpSpMkLst>
        </pc:grpChg>
        <pc:grpChg chg="add del mod">
          <ac:chgData name="Maxwell, Andre" userId="24f3e971-f6d1-4a2c-91f0-ff1b3394fdac" providerId="ADAL" clId="{181E771D-41FB-4ABB-835C-C984BAB448BD}" dt="2026-06-24T19:27:34.211" v="807" actId="21"/>
          <ac:grpSpMkLst>
            <pc:docMk/>
            <pc:sldMk cId="1712736495" sldId="260"/>
            <ac:grpSpMk id="176" creationId="{A3CB9A2F-5E27-FEBE-D058-ED3E22360F0D}"/>
          </ac:grpSpMkLst>
        </pc:grpChg>
        <pc:grpChg chg="del mod">
          <ac:chgData name="Maxwell, Andre" userId="24f3e971-f6d1-4a2c-91f0-ff1b3394fdac" providerId="ADAL" clId="{181E771D-41FB-4ABB-835C-C984BAB448BD}" dt="2026-06-24T18:57:56.436" v="726" actId="478"/>
          <ac:grpSpMkLst>
            <pc:docMk/>
            <pc:sldMk cId="1712736495" sldId="260"/>
            <ac:grpSpMk id="178" creationId="{AAA134D1-8F60-5184-4447-8230D87A71BD}"/>
          </ac:grpSpMkLst>
        </pc:grpChg>
        <pc:grpChg chg="add del mod">
          <ac:chgData name="Maxwell, Andre" userId="24f3e971-f6d1-4a2c-91f0-ff1b3394fdac" providerId="ADAL" clId="{181E771D-41FB-4ABB-835C-C984BAB448BD}" dt="2026-06-24T19:27:34.211" v="807" actId="21"/>
          <ac:grpSpMkLst>
            <pc:docMk/>
            <pc:sldMk cId="1712736495" sldId="260"/>
            <ac:grpSpMk id="182" creationId="{A77F0782-70F2-FDC3-C050-BD29E72CB53C}"/>
          </ac:grpSpMkLst>
        </pc:grpChg>
        <pc:grpChg chg="add mod">
          <ac:chgData name="Maxwell, Andre" userId="24f3e971-f6d1-4a2c-91f0-ff1b3394fdac" providerId="ADAL" clId="{181E771D-41FB-4ABB-835C-C984BAB448BD}" dt="2026-06-24T19:00:27.379" v="735"/>
          <ac:grpSpMkLst>
            <pc:docMk/>
            <pc:sldMk cId="1712736495" sldId="260"/>
            <ac:grpSpMk id="185" creationId="{9A444E63-F47F-DDE3-03D1-75C614187ECA}"/>
          </ac:grpSpMkLst>
        </pc:grpChg>
        <pc:grpChg chg="add mod">
          <ac:chgData name="Maxwell, Andre" userId="24f3e971-f6d1-4a2c-91f0-ff1b3394fdac" providerId="ADAL" clId="{181E771D-41FB-4ABB-835C-C984BAB448BD}" dt="2026-06-24T19:39:47.405" v="1047" actId="1076"/>
          <ac:grpSpMkLst>
            <pc:docMk/>
            <pc:sldMk cId="1712736495" sldId="260"/>
            <ac:grpSpMk id="188" creationId="{FE417A82-990C-35D4-4CC0-2E1F5A6FF328}"/>
          </ac:grpSpMkLst>
        </pc:grpChg>
        <pc:grpChg chg="mod">
          <ac:chgData name="Maxwell, Andre" userId="24f3e971-f6d1-4a2c-91f0-ff1b3394fdac" providerId="ADAL" clId="{181E771D-41FB-4ABB-835C-C984BAB448BD}" dt="2026-06-24T19:27:40.588" v="809"/>
          <ac:grpSpMkLst>
            <pc:docMk/>
            <pc:sldMk cId="1712736495" sldId="260"/>
            <ac:grpSpMk id="190" creationId="{D084F731-BBBA-0F9C-427A-562B37DE28EA}"/>
          </ac:grpSpMkLst>
        </pc:grpChg>
        <pc:grpChg chg="mod">
          <ac:chgData name="Maxwell, Andre" userId="24f3e971-f6d1-4a2c-91f0-ff1b3394fdac" providerId="ADAL" clId="{181E771D-41FB-4ABB-835C-C984BAB448BD}" dt="2026-06-24T19:39:47.405" v="1047" actId="1076"/>
          <ac:grpSpMkLst>
            <pc:docMk/>
            <pc:sldMk cId="1712736495" sldId="260"/>
            <ac:grpSpMk id="194" creationId="{A3CB9A2F-5E27-FEBE-D058-ED3E22360F0D}"/>
          </ac:grpSpMkLst>
        </pc:grpChg>
        <pc:grpChg chg="add mod">
          <ac:chgData name="Maxwell, Andre" userId="24f3e971-f6d1-4a2c-91f0-ff1b3394fdac" providerId="ADAL" clId="{181E771D-41FB-4ABB-835C-C984BAB448BD}" dt="2026-06-24T19:39:47.405" v="1047" actId="1076"/>
          <ac:grpSpMkLst>
            <pc:docMk/>
            <pc:sldMk cId="1712736495" sldId="260"/>
            <ac:grpSpMk id="197" creationId="{A77F0782-70F2-FDC3-C050-BD29E72CB53C}"/>
          </ac:grpSpMkLst>
        </pc:grpChg>
        <pc:grpChg chg="add mod">
          <ac:chgData name="Maxwell, Andre" userId="24f3e971-f6d1-4a2c-91f0-ff1b3394fdac" providerId="ADAL" clId="{181E771D-41FB-4ABB-835C-C984BAB448BD}" dt="2026-06-24T19:29:15.728" v="814" actId="1076"/>
          <ac:grpSpMkLst>
            <pc:docMk/>
            <pc:sldMk cId="1712736495" sldId="260"/>
            <ac:grpSpMk id="200" creationId="{243CCBB7-185F-E5A7-9800-46D70956B654}"/>
          </ac:grpSpMkLst>
        </pc:grpChg>
        <pc:grpChg chg="mod">
          <ac:chgData name="Maxwell, Andre" userId="24f3e971-f6d1-4a2c-91f0-ff1b3394fdac" providerId="ADAL" clId="{181E771D-41FB-4ABB-835C-C984BAB448BD}" dt="2026-06-24T19:29:13.208" v="813"/>
          <ac:grpSpMkLst>
            <pc:docMk/>
            <pc:sldMk cId="1712736495" sldId="260"/>
            <ac:grpSpMk id="202" creationId="{CE649F66-92B9-0813-1729-404B41D967C8}"/>
          </ac:grpSpMkLst>
        </pc:grpChg>
        <pc:grpChg chg="add mod">
          <ac:chgData name="Maxwell, Andre" userId="24f3e971-f6d1-4a2c-91f0-ff1b3394fdac" providerId="ADAL" clId="{181E771D-41FB-4ABB-835C-C984BAB448BD}" dt="2026-06-24T19:39:19.790" v="1045" actId="1076"/>
          <ac:grpSpMkLst>
            <pc:docMk/>
            <pc:sldMk cId="1712736495" sldId="260"/>
            <ac:grpSpMk id="207" creationId="{703DEF45-BA85-A264-0E6D-2ECE9C893BAD}"/>
          </ac:grpSpMkLst>
        </pc:grpChg>
        <pc:grpChg chg="mod">
          <ac:chgData name="Maxwell, Andre" userId="24f3e971-f6d1-4a2c-91f0-ff1b3394fdac" providerId="ADAL" clId="{181E771D-41FB-4ABB-835C-C984BAB448BD}" dt="2026-06-24T19:30:06.881" v="898"/>
          <ac:grpSpMkLst>
            <pc:docMk/>
            <pc:sldMk cId="1712736495" sldId="260"/>
            <ac:grpSpMk id="209" creationId="{66003377-7C25-6F6A-5B16-673C0252A523}"/>
          </ac:grpSpMkLst>
        </pc:grpChg>
        <pc:grpChg chg="add mod">
          <ac:chgData name="Maxwell, Andre" userId="24f3e971-f6d1-4a2c-91f0-ff1b3394fdac" providerId="ADAL" clId="{181E771D-41FB-4ABB-835C-C984BAB448BD}" dt="2026-06-24T19:40:09.019" v="1048" actId="1076"/>
          <ac:grpSpMkLst>
            <pc:docMk/>
            <pc:sldMk cId="1712736495" sldId="260"/>
            <ac:grpSpMk id="214" creationId="{DFC7711E-C0B6-E534-76DA-571AB5C12742}"/>
          </ac:grpSpMkLst>
        </pc:grpChg>
        <pc:grpChg chg="add mod">
          <ac:chgData name="Maxwell, Andre" userId="24f3e971-f6d1-4a2c-91f0-ff1b3394fdac" providerId="ADAL" clId="{181E771D-41FB-4ABB-835C-C984BAB448BD}" dt="2026-06-24T19:40:09.019" v="1048" actId="1076"/>
          <ac:grpSpMkLst>
            <pc:docMk/>
            <pc:sldMk cId="1712736495" sldId="260"/>
            <ac:grpSpMk id="217" creationId="{2C3D1098-CFC8-619C-6979-783AD84277CA}"/>
          </ac:grpSpMkLst>
        </pc:grpChg>
        <pc:grpChg chg="add mod">
          <ac:chgData name="Maxwell, Andre" userId="24f3e971-f6d1-4a2c-91f0-ff1b3394fdac" providerId="ADAL" clId="{181E771D-41FB-4ABB-835C-C984BAB448BD}" dt="2026-06-24T19:40:09.019" v="1048" actId="1076"/>
          <ac:grpSpMkLst>
            <pc:docMk/>
            <pc:sldMk cId="1712736495" sldId="260"/>
            <ac:grpSpMk id="220" creationId="{434D03DA-CA46-CCE3-EAFF-40B7D2E8F4BD}"/>
          </ac:grpSpMkLst>
        </pc:grpChg>
        <pc:grpChg chg="add mod">
          <ac:chgData name="Maxwell, Andre" userId="24f3e971-f6d1-4a2c-91f0-ff1b3394fdac" providerId="ADAL" clId="{181E771D-41FB-4ABB-835C-C984BAB448BD}" dt="2026-06-24T19:40:09.019" v="1048" actId="1076"/>
          <ac:grpSpMkLst>
            <pc:docMk/>
            <pc:sldMk cId="1712736495" sldId="260"/>
            <ac:grpSpMk id="223" creationId="{9C750409-F31C-5BCE-4A73-684D1E3F12A0}"/>
          </ac:grpSpMkLst>
        </pc:grpChg>
        <pc:grpChg chg="mod">
          <ac:chgData name="Maxwell, Andre" userId="24f3e971-f6d1-4a2c-91f0-ff1b3394fdac" providerId="ADAL" clId="{181E771D-41FB-4ABB-835C-C984BAB448BD}" dt="2026-06-24T19:36:16.393" v="1012"/>
          <ac:grpSpMkLst>
            <pc:docMk/>
            <pc:sldMk cId="1712736495" sldId="260"/>
            <ac:grpSpMk id="225" creationId="{A542A1DB-F128-B3CD-475B-C3F3690796AC}"/>
          </ac:grpSpMkLst>
        </pc:grpChg>
        <pc:grpChg chg="add del mod">
          <ac:chgData name="Maxwell, Andre" userId="24f3e971-f6d1-4a2c-91f0-ff1b3394fdac" providerId="ADAL" clId="{181E771D-41FB-4ABB-835C-C984BAB448BD}" dt="2026-06-24T19:36:34.050" v="1026" actId="478"/>
          <ac:grpSpMkLst>
            <pc:docMk/>
            <pc:sldMk cId="1712736495" sldId="260"/>
            <ac:grpSpMk id="229" creationId="{6E5D9F6C-048C-962B-4A09-98D39258A4F0}"/>
          </ac:grpSpMkLst>
        </pc:grpChg>
        <pc:grpChg chg="mod">
          <ac:chgData name="Maxwell, Andre" userId="24f3e971-f6d1-4a2c-91f0-ff1b3394fdac" providerId="ADAL" clId="{181E771D-41FB-4ABB-835C-C984BAB448BD}" dt="2026-06-24T19:36:30.690" v="1024"/>
          <ac:grpSpMkLst>
            <pc:docMk/>
            <pc:sldMk cId="1712736495" sldId="260"/>
            <ac:grpSpMk id="231" creationId="{6B989490-4B49-C053-227D-58DBCB7E9EE4}"/>
          </ac:grpSpMkLst>
        </pc:grpChg>
        <pc:grpChg chg="add mod">
          <ac:chgData name="Maxwell, Andre" userId="24f3e971-f6d1-4a2c-91f0-ff1b3394fdac" providerId="ADAL" clId="{181E771D-41FB-4ABB-835C-C984BAB448BD}" dt="2026-06-24T19:40:09.019" v="1048" actId="1076"/>
          <ac:grpSpMkLst>
            <pc:docMk/>
            <pc:sldMk cId="1712736495" sldId="260"/>
            <ac:grpSpMk id="235" creationId="{27B66E1F-5884-4FD0-AD1A-59664DAB1E79}"/>
          </ac:grpSpMkLst>
        </pc:grpChg>
        <pc:grpChg chg="add mod">
          <ac:chgData name="Maxwell, Andre" userId="24f3e971-f6d1-4a2c-91f0-ff1b3394fdac" providerId="ADAL" clId="{181E771D-41FB-4ABB-835C-C984BAB448BD}" dt="2026-06-24T19:40:09.019" v="1048" actId="1076"/>
          <ac:grpSpMkLst>
            <pc:docMk/>
            <pc:sldMk cId="1712736495" sldId="260"/>
            <ac:grpSpMk id="238" creationId="{A3BF3241-A3F6-453F-9B2E-B77942805FED}"/>
          </ac:grpSpMkLst>
        </pc:grpChg>
        <pc:grpChg chg="mod">
          <ac:chgData name="Maxwell, Andre" userId="24f3e971-f6d1-4a2c-91f0-ff1b3394fdac" providerId="ADAL" clId="{181E771D-41FB-4ABB-835C-C984BAB448BD}" dt="2026-06-24T19:36:48.753" v="1035"/>
          <ac:grpSpMkLst>
            <pc:docMk/>
            <pc:sldMk cId="1712736495" sldId="260"/>
            <ac:grpSpMk id="240" creationId="{70D3DA57-6C3B-4FA5-93BD-48C33A39C1BA}"/>
          </ac:grpSpMkLst>
        </pc:grpChg>
        <pc:grpChg chg="add mod">
          <ac:chgData name="Maxwell, Andre" userId="24f3e971-f6d1-4a2c-91f0-ff1b3394fdac" providerId="ADAL" clId="{181E771D-41FB-4ABB-835C-C984BAB448BD}" dt="2026-06-24T22:03:04.457" v="1251" actId="1076"/>
          <ac:grpSpMkLst>
            <pc:docMk/>
            <pc:sldMk cId="1712736495" sldId="260"/>
            <ac:grpSpMk id="244" creationId="{617D2664-11FB-A7AF-35A7-F5C04AF7727C}"/>
          </ac:grpSpMkLst>
        </pc:grpChg>
        <pc:grpChg chg="mod">
          <ac:chgData name="Maxwell, Andre" userId="24f3e971-f6d1-4a2c-91f0-ff1b3394fdac" providerId="ADAL" clId="{181E771D-41FB-4ABB-835C-C984BAB448BD}" dt="2026-06-24T19:40:17.106" v="1049"/>
          <ac:grpSpMkLst>
            <pc:docMk/>
            <pc:sldMk cId="1712736495" sldId="260"/>
            <ac:grpSpMk id="246" creationId="{2F0779CA-207B-FD2B-4C0E-8D2EA22A9DC6}"/>
          </ac:grpSpMkLst>
        </pc:grpChg>
        <pc:grpChg chg="add mod">
          <ac:chgData name="Maxwell, Andre" userId="24f3e971-f6d1-4a2c-91f0-ff1b3394fdac" providerId="ADAL" clId="{181E771D-41FB-4ABB-835C-C984BAB448BD}" dt="2026-06-24T22:03:04.457" v="1251" actId="1076"/>
          <ac:grpSpMkLst>
            <pc:docMk/>
            <pc:sldMk cId="1712736495" sldId="260"/>
            <ac:grpSpMk id="253" creationId="{CE1E7544-DB82-E24D-C835-2179A44FF4E4}"/>
          </ac:grpSpMkLst>
        </pc:grpChg>
        <pc:grpChg chg="mod">
          <ac:chgData name="Maxwell, Andre" userId="24f3e971-f6d1-4a2c-91f0-ff1b3394fdac" providerId="ADAL" clId="{181E771D-41FB-4ABB-835C-C984BAB448BD}" dt="2026-06-24T19:45:21.706" v="1093"/>
          <ac:grpSpMkLst>
            <pc:docMk/>
            <pc:sldMk cId="1712736495" sldId="260"/>
            <ac:grpSpMk id="255" creationId="{7F858281-1363-9433-E73F-6F7FBD741B71}"/>
          </ac:grpSpMkLst>
        </pc:grpChg>
        <pc:cxnChg chg="mod">
          <ac:chgData name="Maxwell, Andre" userId="24f3e971-f6d1-4a2c-91f0-ff1b3394fdac" providerId="ADAL" clId="{181E771D-41FB-4ABB-835C-C984BAB448BD}" dt="2026-06-24T21:57:18.235" v="1100"/>
          <ac:cxnSpMkLst>
            <pc:docMk/>
            <pc:sldMk cId="1712736495" sldId="260"/>
            <ac:cxnSpMk id="9" creationId="{8341F33D-0F97-71CD-42EF-99E058812911}"/>
          </ac:cxnSpMkLst>
        </pc:cxnChg>
        <pc:cxnChg chg="mod">
          <ac:chgData name="Maxwell, Andre" userId="24f3e971-f6d1-4a2c-91f0-ff1b3394fdac" providerId="ADAL" clId="{181E771D-41FB-4ABB-835C-C984BAB448BD}" dt="2026-06-24T21:57:22.198" v="1102"/>
          <ac:cxnSpMkLst>
            <pc:docMk/>
            <pc:sldMk cId="1712736495" sldId="260"/>
            <ac:cxnSpMk id="16" creationId="{19E16D1E-270E-DE5E-74FF-DB269B1C650E}"/>
          </ac:cxnSpMkLst>
        </pc:cxnChg>
        <pc:cxnChg chg="mod">
          <ac:chgData name="Maxwell, Andre" userId="24f3e971-f6d1-4a2c-91f0-ff1b3394fdac" providerId="ADAL" clId="{181E771D-41FB-4ABB-835C-C984BAB448BD}" dt="2026-06-24T21:57:26.696" v="1104"/>
          <ac:cxnSpMkLst>
            <pc:docMk/>
            <pc:sldMk cId="1712736495" sldId="260"/>
            <ac:cxnSpMk id="23" creationId="{9ADE72A1-E403-FA16-746C-5B28294FA342}"/>
          </ac:cxnSpMkLst>
        </pc:cxnChg>
        <pc:cxnChg chg="add mod">
          <ac:chgData name="Maxwell, Andre" userId="24f3e971-f6d1-4a2c-91f0-ff1b3394fdac" providerId="ADAL" clId="{181E771D-41FB-4ABB-835C-C984BAB448BD}" dt="2026-06-24T18:40:01.878" v="64" actId="164"/>
          <ac:cxnSpMkLst>
            <pc:docMk/>
            <pc:sldMk cId="1712736495" sldId="260"/>
            <ac:cxnSpMk id="41" creationId="{8702D271-4A30-196F-685C-3FBB56273E5A}"/>
          </ac:cxnSpMkLst>
        </pc:cxnChg>
        <pc:cxnChg chg="mod">
          <ac:chgData name="Maxwell, Andre" userId="24f3e971-f6d1-4a2c-91f0-ff1b3394fdac" providerId="ADAL" clId="{181E771D-41FB-4ABB-835C-C984BAB448BD}" dt="2026-06-24T18:40:34.587" v="69"/>
          <ac:cxnSpMkLst>
            <pc:docMk/>
            <pc:sldMk cId="1712736495" sldId="260"/>
            <ac:cxnSpMk id="49" creationId="{D1523D38-A50F-4421-31D1-01D4A4388444}"/>
          </ac:cxnSpMkLst>
        </pc:cxnChg>
        <pc:cxnChg chg="add mod">
          <ac:chgData name="Maxwell, Andre" userId="24f3e971-f6d1-4a2c-91f0-ff1b3394fdac" providerId="ADAL" clId="{181E771D-41FB-4ABB-835C-C984BAB448BD}" dt="2026-06-24T22:04:00.989" v="1276" actId="1076"/>
          <ac:cxnSpMkLst>
            <pc:docMk/>
            <pc:sldMk cId="1712736495" sldId="260"/>
            <ac:cxnSpMk id="50" creationId="{3C1D87ED-A1E3-34B4-6D1F-53606D05BF9F}"/>
          </ac:cxnSpMkLst>
        </pc:cxnChg>
        <pc:cxnChg chg="mod">
          <ac:chgData name="Maxwell, Andre" userId="24f3e971-f6d1-4a2c-91f0-ff1b3394fdac" providerId="ADAL" clId="{181E771D-41FB-4ABB-835C-C984BAB448BD}" dt="2026-06-24T18:40:56.532" v="80"/>
          <ac:cxnSpMkLst>
            <pc:docMk/>
            <pc:sldMk cId="1712736495" sldId="260"/>
            <ac:cxnSpMk id="55" creationId="{0C31807E-14E3-8AD0-22DA-E4DB55F5F09C}"/>
          </ac:cxnSpMkLst>
        </pc:cxnChg>
        <pc:cxnChg chg="mod">
          <ac:chgData name="Maxwell, Andre" userId="24f3e971-f6d1-4a2c-91f0-ff1b3394fdac" providerId="ADAL" clId="{181E771D-41FB-4ABB-835C-C984BAB448BD}" dt="2026-06-24T22:04:15.053" v="1280"/>
          <ac:cxnSpMkLst>
            <pc:docMk/>
            <pc:sldMk cId="1712736495" sldId="260"/>
            <ac:cxnSpMk id="57" creationId="{AD696566-EA2B-12AF-26CC-6AA026406158}"/>
          </ac:cxnSpMkLst>
        </pc:cxnChg>
        <pc:cxnChg chg="mod">
          <ac:chgData name="Maxwell, Andre" userId="24f3e971-f6d1-4a2c-91f0-ff1b3394fdac" providerId="ADAL" clId="{181E771D-41FB-4ABB-835C-C984BAB448BD}" dt="2026-06-24T18:41:26.998" v="102"/>
          <ac:cxnSpMkLst>
            <pc:docMk/>
            <pc:sldMk cId="1712736495" sldId="260"/>
            <ac:cxnSpMk id="61" creationId="{2BDC6D5A-C55E-E48B-C0D7-F0F56289C85B}"/>
          </ac:cxnSpMkLst>
        </pc:cxnChg>
        <pc:cxnChg chg="del mod">
          <ac:chgData name="Maxwell, Andre" userId="24f3e971-f6d1-4a2c-91f0-ff1b3394fdac" providerId="ADAL" clId="{181E771D-41FB-4ABB-835C-C984BAB448BD}" dt="2026-06-24T18:41:55.387" v="126" actId="478"/>
          <ac:cxnSpMkLst>
            <pc:docMk/>
            <pc:sldMk cId="1712736495" sldId="260"/>
            <ac:cxnSpMk id="67" creationId="{E04C5D8E-E2B1-0FC6-6FCE-8F6AB95464DD}"/>
          </ac:cxnSpMkLst>
        </pc:cxnChg>
        <pc:cxnChg chg="mod">
          <ac:chgData name="Maxwell, Andre" userId="24f3e971-f6d1-4a2c-91f0-ff1b3394fdac" providerId="ADAL" clId="{181E771D-41FB-4ABB-835C-C984BAB448BD}" dt="2026-06-24T18:44:17.727" v="215"/>
          <ac:cxnSpMkLst>
            <pc:docMk/>
            <pc:sldMk cId="1712736495" sldId="260"/>
            <ac:cxnSpMk id="85" creationId="{B2F76DEF-8EFA-7CF9-5F62-09440AC8E4B2}"/>
          </ac:cxnSpMkLst>
        </pc:cxnChg>
        <pc:cxnChg chg="mod">
          <ac:chgData name="Maxwell, Andre" userId="24f3e971-f6d1-4a2c-91f0-ff1b3394fdac" providerId="ADAL" clId="{181E771D-41FB-4ABB-835C-C984BAB448BD}" dt="2026-06-24T18:47:14.991" v="386"/>
          <ac:cxnSpMkLst>
            <pc:docMk/>
            <pc:sldMk cId="1712736495" sldId="260"/>
            <ac:cxnSpMk id="103" creationId="{7FA68D3B-2454-FEFB-A9C6-8AF7FD148C5C}"/>
          </ac:cxnSpMkLst>
        </pc:cxnChg>
        <pc:cxnChg chg="mod">
          <ac:chgData name="Maxwell, Andre" userId="24f3e971-f6d1-4a2c-91f0-ff1b3394fdac" providerId="ADAL" clId="{181E771D-41FB-4ABB-835C-C984BAB448BD}" dt="2026-06-24T18:47:30.901" v="401"/>
          <ac:cxnSpMkLst>
            <pc:docMk/>
            <pc:sldMk cId="1712736495" sldId="260"/>
            <ac:cxnSpMk id="110" creationId="{24AAAB74-21D2-F306-10F0-6635AEEF73DE}"/>
          </ac:cxnSpMkLst>
        </pc:cxnChg>
        <pc:cxnChg chg="mod">
          <ac:chgData name="Maxwell, Andre" userId="24f3e971-f6d1-4a2c-91f0-ff1b3394fdac" providerId="ADAL" clId="{181E771D-41FB-4ABB-835C-C984BAB448BD}" dt="2026-06-24T18:48:07.240" v="411"/>
          <ac:cxnSpMkLst>
            <pc:docMk/>
            <pc:sldMk cId="1712736495" sldId="260"/>
            <ac:cxnSpMk id="116" creationId="{E800C759-0B76-4672-4625-DA6E22D03215}"/>
          </ac:cxnSpMkLst>
        </pc:cxnChg>
        <pc:cxnChg chg="mod">
          <ac:chgData name="Maxwell, Andre" userId="24f3e971-f6d1-4a2c-91f0-ff1b3394fdac" providerId="ADAL" clId="{181E771D-41FB-4ABB-835C-C984BAB448BD}" dt="2026-06-24T18:49:19.554" v="455"/>
          <ac:cxnSpMkLst>
            <pc:docMk/>
            <pc:sldMk cId="1712736495" sldId="260"/>
            <ac:cxnSpMk id="122" creationId="{C8FF463C-A70B-6DA5-C57E-10A820D723D5}"/>
          </ac:cxnSpMkLst>
        </pc:cxnChg>
        <pc:cxnChg chg="mod">
          <ac:chgData name="Maxwell, Andre" userId="24f3e971-f6d1-4a2c-91f0-ff1b3394fdac" providerId="ADAL" clId="{181E771D-41FB-4ABB-835C-C984BAB448BD}" dt="2026-06-24T18:50:12.259" v="468"/>
          <ac:cxnSpMkLst>
            <pc:docMk/>
            <pc:sldMk cId="1712736495" sldId="260"/>
            <ac:cxnSpMk id="128" creationId="{77D815E1-BD0A-493C-2F5E-4278E5F9E7D6}"/>
          </ac:cxnSpMkLst>
        </pc:cxnChg>
        <pc:cxnChg chg="mod">
          <ac:chgData name="Maxwell, Andre" userId="24f3e971-f6d1-4a2c-91f0-ff1b3394fdac" providerId="ADAL" clId="{181E771D-41FB-4ABB-835C-C984BAB448BD}" dt="2026-06-24T22:07:36.014" v="1417"/>
          <ac:cxnSpMkLst>
            <pc:docMk/>
            <pc:sldMk cId="1712736495" sldId="260"/>
            <ac:cxnSpMk id="128" creationId="{D32240CC-7CD4-CF0D-54C6-E47B306205E8}"/>
          </ac:cxnSpMkLst>
        </pc:cxnChg>
        <pc:cxnChg chg="del mod">
          <ac:chgData name="Maxwell, Andre" userId="24f3e971-f6d1-4a2c-91f0-ff1b3394fdac" providerId="ADAL" clId="{181E771D-41FB-4ABB-835C-C984BAB448BD}" dt="2026-06-24T18:51:09.569" v="494" actId="478"/>
          <ac:cxnSpMkLst>
            <pc:docMk/>
            <pc:sldMk cId="1712736495" sldId="260"/>
            <ac:cxnSpMk id="134" creationId="{424A8724-3B1A-A469-D2D1-1FD14844D416}"/>
          </ac:cxnSpMkLst>
        </pc:cxnChg>
        <pc:cxnChg chg="mod">
          <ac:chgData name="Maxwell, Andre" userId="24f3e971-f6d1-4a2c-91f0-ff1b3394fdac" providerId="ADAL" clId="{181E771D-41FB-4ABB-835C-C984BAB448BD}" dt="2026-06-24T22:08:20.527" v="1438"/>
          <ac:cxnSpMkLst>
            <pc:docMk/>
            <pc:sldMk cId="1712736495" sldId="260"/>
            <ac:cxnSpMk id="134" creationId="{9E5BFB83-CFE8-943F-FE87-F4D453284BAA}"/>
          </ac:cxnSpMkLst>
        </pc:cxnChg>
        <pc:cxnChg chg="mod">
          <ac:chgData name="Maxwell, Andre" userId="24f3e971-f6d1-4a2c-91f0-ff1b3394fdac" providerId="ADAL" clId="{181E771D-41FB-4ABB-835C-C984BAB448BD}" dt="2026-06-24T18:51:31.354" v="496"/>
          <ac:cxnSpMkLst>
            <pc:docMk/>
            <pc:sldMk cId="1712736495" sldId="260"/>
            <ac:cxnSpMk id="140" creationId="{6533BADA-ED05-FCD8-591B-1AC75ED5A04B}"/>
          </ac:cxnSpMkLst>
        </pc:cxnChg>
        <pc:cxnChg chg="del mod">
          <ac:chgData name="Maxwell, Andre" userId="24f3e971-f6d1-4a2c-91f0-ff1b3394fdac" providerId="ADAL" clId="{181E771D-41FB-4ABB-835C-C984BAB448BD}" dt="2026-06-24T18:51:55.352" v="506" actId="478"/>
          <ac:cxnSpMkLst>
            <pc:docMk/>
            <pc:sldMk cId="1712736495" sldId="260"/>
            <ac:cxnSpMk id="146" creationId="{971C9B73-96F1-F258-7238-02950A7B94F0}"/>
          </ac:cxnSpMkLst>
        </pc:cxnChg>
        <pc:cxnChg chg="mod">
          <ac:chgData name="Maxwell, Andre" userId="24f3e971-f6d1-4a2c-91f0-ff1b3394fdac" providerId="ADAL" clId="{181E771D-41FB-4ABB-835C-C984BAB448BD}" dt="2026-06-24T18:52:33.580" v="538"/>
          <ac:cxnSpMkLst>
            <pc:docMk/>
            <pc:sldMk cId="1712736495" sldId="260"/>
            <ac:cxnSpMk id="152" creationId="{04D4888C-3F3D-AD48-68AC-49CCEB29E61E}"/>
          </ac:cxnSpMkLst>
        </pc:cxnChg>
        <pc:cxnChg chg="add mod">
          <ac:chgData name="Maxwell, Andre" userId="24f3e971-f6d1-4a2c-91f0-ff1b3394fdac" providerId="ADAL" clId="{181E771D-41FB-4ABB-835C-C984BAB448BD}" dt="2026-06-24T18:55:04.994" v="607" actId="14100"/>
          <ac:cxnSpMkLst>
            <pc:docMk/>
            <pc:sldMk cId="1712736495" sldId="260"/>
            <ac:cxnSpMk id="166" creationId="{8BE52A0D-527E-063E-9C9F-7C3448A31251}"/>
          </ac:cxnSpMkLst>
        </pc:cxnChg>
        <pc:cxnChg chg="add mod">
          <ac:chgData name="Maxwell, Andre" userId="24f3e971-f6d1-4a2c-91f0-ff1b3394fdac" providerId="ADAL" clId="{181E771D-41FB-4ABB-835C-C984BAB448BD}" dt="2026-06-24T18:55:15.894" v="609" actId="1076"/>
          <ac:cxnSpMkLst>
            <pc:docMk/>
            <pc:sldMk cId="1712736495" sldId="260"/>
            <ac:cxnSpMk id="168" creationId="{832B26A9-7D58-1FB7-DB6E-BBBBA42D1110}"/>
          </ac:cxnSpMkLst>
        </pc:cxnChg>
        <pc:cxnChg chg="add mod">
          <ac:chgData name="Maxwell, Andre" userId="24f3e971-f6d1-4a2c-91f0-ff1b3394fdac" providerId="ADAL" clId="{181E771D-41FB-4ABB-835C-C984BAB448BD}" dt="2026-06-24T18:55:28.526" v="612" actId="1076"/>
          <ac:cxnSpMkLst>
            <pc:docMk/>
            <pc:sldMk cId="1712736495" sldId="260"/>
            <ac:cxnSpMk id="169" creationId="{C5E5687B-EF5B-CF35-30CE-44DCB2BEB3CB}"/>
          </ac:cxnSpMkLst>
        </pc:cxnChg>
        <pc:cxnChg chg="mod">
          <ac:chgData name="Maxwell, Andre" userId="24f3e971-f6d1-4a2c-91f0-ff1b3394fdac" providerId="ADAL" clId="{181E771D-41FB-4ABB-835C-C984BAB448BD}" dt="2026-06-24T18:56:35.280" v="614"/>
          <ac:cxnSpMkLst>
            <pc:docMk/>
            <pc:sldMk cId="1712736495" sldId="260"/>
            <ac:cxnSpMk id="175" creationId="{90E98746-B111-947B-BD2E-438DB85AC6F9}"/>
          </ac:cxnSpMkLst>
        </pc:cxnChg>
        <pc:cxnChg chg="del mod">
          <ac:chgData name="Maxwell, Andre" userId="24f3e971-f6d1-4a2c-91f0-ff1b3394fdac" providerId="ADAL" clId="{181E771D-41FB-4ABB-835C-C984BAB448BD}" dt="2026-06-24T18:57:56.436" v="726" actId="478"/>
          <ac:cxnSpMkLst>
            <pc:docMk/>
            <pc:sldMk cId="1712736495" sldId="260"/>
            <ac:cxnSpMk id="181" creationId="{13F721BF-CFEA-ABC6-7A85-4D7815A1B976}"/>
          </ac:cxnSpMkLst>
        </pc:cxnChg>
        <pc:cxnChg chg="mod">
          <ac:chgData name="Maxwell, Andre" userId="24f3e971-f6d1-4a2c-91f0-ff1b3394fdac" providerId="ADAL" clId="{181E771D-41FB-4ABB-835C-C984BAB448BD}" dt="2026-06-24T19:29:13.208" v="813"/>
          <ac:cxnSpMkLst>
            <pc:docMk/>
            <pc:sldMk cId="1712736495" sldId="260"/>
            <ac:cxnSpMk id="205" creationId="{068A8BD4-63F4-91EA-9CC4-170C53CFC789}"/>
          </ac:cxnSpMkLst>
        </pc:cxnChg>
        <pc:cxnChg chg="mod">
          <ac:chgData name="Maxwell, Andre" userId="24f3e971-f6d1-4a2c-91f0-ff1b3394fdac" providerId="ADAL" clId="{181E771D-41FB-4ABB-835C-C984BAB448BD}" dt="2026-06-24T19:30:06.881" v="898"/>
          <ac:cxnSpMkLst>
            <pc:docMk/>
            <pc:sldMk cId="1712736495" sldId="260"/>
            <ac:cxnSpMk id="212" creationId="{89019400-74FB-E630-37C5-BA9E0ED0313F}"/>
          </ac:cxnSpMkLst>
        </pc:cxnChg>
        <pc:cxnChg chg="mod">
          <ac:chgData name="Maxwell, Andre" userId="24f3e971-f6d1-4a2c-91f0-ff1b3394fdac" providerId="ADAL" clId="{181E771D-41FB-4ABB-835C-C984BAB448BD}" dt="2026-06-24T19:36:16.393" v="1012"/>
          <ac:cxnSpMkLst>
            <pc:docMk/>
            <pc:sldMk cId="1712736495" sldId="260"/>
            <ac:cxnSpMk id="228" creationId="{3B547F23-4F72-4A37-EBF1-662A113EA032}"/>
          </ac:cxnSpMkLst>
        </pc:cxnChg>
        <pc:cxnChg chg="mod">
          <ac:chgData name="Maxwell, Andre" userId="24f3e971-f6d1-4a2c-91f0-ff1b3394fdac" providerId="ADAL" clId="{181E771D-41FB-4ABB-835C-C984BAB448BD}" dt="2026-06-24T19:36:30.690" v="1024"/>
          <ac:cxnSpMkLst>
            <pc:docMk/>
            <pc:sldMk cId="1712736495" sldId="260"/>
            <ac:cxnSpMk id="234" creationId="{2BD04604-490A-D0FA-0C81-F42C1DC3685E}"/>
          </ac:cxnSpMkLst>
        </pc:cxnChg>
        <pc:cxnChg chg="mod">
          <ac:chgData name="Maxwell, Andre" userId="24f3e971-f6d1-4a2c-91f0-ff1b3394fdac" providerId="ADAL" clId="{181E771D-41FB-4ABB-835C-C984BAB448BD}" dt="2026-06-24T19:36:48.753" v="1035"/>
          <ac:cxnSpMkLst>
            <pc:docMk/>
            <pc:sldMk cId="1712736495" sldId="260"/>
            <ac:cxnSpMk id="243" creationId="{299EE422-1048-0FA3-3793-24614E7C4548}"/>
          </ac:cxnSpMkLst>
        </pc:cxnChg>
        <pc:cxnChg chg="mod">
          <ac:chgData name="Maxwell, Andre" userId="24f3e971-f6d1-4a2c-91f0-ff1b3394fdac" providerId="ADAL" clId="{181E771D-41FB-4ABB-835C-C984BAB448BD}" dt="2026-06-24T19:40:17.106" v="1049"/>
          <ac:cxnSpMkLst>
            <pc:docMk/>
            <pc:sldMk cId="1712736495" sldId="260"/>
            <ac:cxnSpMk id="249" creationId="{0DA45193-B74E-0E14-C593-1B49B2AAA796}"/>
          </ac:cxnSpMkLst>
        </pc:cxnChg>
        <pc:cxnChg chg="mod">
          <ac:chgData name="Maxwell, Andre" userId="24f3e971-f6d1-4a2c-91f0-ff1b3394fdac" providerId="ADAL" clId="{181E771D-41FB-4ABB-835C-C984BAB448BD}" dt="2026-06-24T19:45:21.706" v="1093"/>
          <ac:cxnSpMkLst>
            <pc:docMk/>
            <pc:sldMk cId="1712736495" sldId="260"/>
            <ac:cxnSpMk id="258" creationId="{93738459-6A7B-D5C8-9823-2BF25DD36DFC}"/>
          </ac:cxnSpMkLst>
        </pc:cxnChg>
      </pc:sldChg>
      <pc:sldChg chg="addSp delSp modSp add mod ord">
        <pc:chgData name="Maxwell, Andre" userId="24f3e971-f6d1-4a2c-91f0-ff1b3394fdac" providerId="ADAL" clId="{181E771D-41FB-4ABB-835C-C984BAB448BD}" dt="2026-06-24T22:03:46.227" v="1271" actId="20577"/>
        <pc:sldMkLst>
          <pc:docMk/>
          <pc:sldMk cId="2705567772" sldId="261"/>
        </pc:sldMkLst>
        <pc:spChg chg="add mod">
          <ac:chgData name="Maxwell, Andre" userId="24f3e971-f6d1-4a2c-91f0-ff1b3394fdac" providerId="ADAL" clId="{181E771D-41FB-4ABB-835C-C984BAB448BD}" dt="2026-06-24T22:03:31.850" v="1265" actId="255"/>
          <ac:spMkLst>
            <pc:docMk/>
            <pc:sldMk cId="2705567772" sldId="261"/>
            <ac:spMk id="2" creationId="{BC57FD36-838B-6B22-67A5-CDB8CA9E8B61}"/>
          </ac:spMkLst>
        </pc:spChg>
        <pc:spChg chg="add mod">
          <ac:chgData name="Maxwell, Andre" userId="24f3e971-f6d1-4a2c-91f0-ff1b3394fdac" providerId="ADAL" clId="{181E771D-41FB-4ABB-835C-C984BAB448BD}" dt="2026-06-24T22:03:38.496" v="1268" actId="20577"/>
          <ac:spMkLst>
            <pc:docMk/>
            <pc:sldMk cId="2705567772" sldId="261"/>
            <ac:spMk id="3" creationId="{C1836F20-7304-2F33-D191-FF84F66631E5}"/>
          </ac:spMkLst>
        </pc:spChg>
        <pc:spChg chg="add mod">
          <ac:chgData name="Maxwell, Andre" userId="24f3e971-f6d1-4a2c-91f0-ff1b3394fdac" providerId="ADAL" clId="{181E771D-41FB-4ABB-835C-C984BAB448BD}" dt="2026-06-24T22:03:46.227" v="1271" actId="20577"/>
          <ac:spMkLst>
            <pc:docMk/>
            <pc:sldMk cId="2705567772" sldId="261"/>
            <ac:spMk id="4" creationId="{0A9DD153-D407-1D94-EEA6-146BC5CC68B9}"/>
          </ac:spMkLst>
        </pc:spChg>
        <pc:spChg chg="mod">
          <ac:chgData name="Maxwell, Andre" userId="24f3e971-f6d1-4a2c-91f0-ff1b3394fdac" providerId="ADAL" clId="{181E771D-41FB-4ABB-835C-C984BAB448BD}" dt="2026-06-24T19:01:17.524" v="803" actId="20577"/>
          <ac:spMkLst>
            <pc:docMk/>
            <pc:sldMk cId="2705567772" sldId="261"/>
            <ac:spMk id="171" creationId="{4D1A7A3A-809D-CB29-04B9-ACB11C92F111}"/>
          </ac:spMkLst>
        </pc:spChg>
        <pc:grpChg chg="del">
          <ac:chgData name="Maxwell, Andre" userId="24f3e971-f6d1-4a2c-91f0-ff1b3394fdac" providerId="ADAL" clId="{181E771D-41FB-4ABB-835C-C984BAB448BD}" dt="2026-06-24T19:00:36.921" v="737" actId="478"/>
          <ac:grpSpMkLst>
            <pc:docMk/>
            <pc:sldMk cId="2705567772" sldId="261"/>
            <ac:grpSpMk id="176" creationId="{24A7C2F5-C815-DB74-3068-637DD1E77A08}"/>
          </ac:grpSpMkLst>
        </pc:grpChg>
        <pc:grpChg chg="del">
          <ac:chgData name="Maxwell, Andre" userId="24f3e971-f6d1-4a2c-91f0-ff1b3394fdac" providerId="ADAL" clId="{181E771D-41FB-4ABB-835C-C984BAB448BD}" dt="2026-06-24T19:00:40.842" v="738" actId="478"/>
          <ac:grpSpMkLst>
            <pc:docMk/>
            <pc:sldMk cId="2705567772" sldId="261"/>
            <ac:grpSpMk id="182" creationId="{3FAFEF35-3237-D64B-7C7D-F88C3B6D678A}"/>
          </ac:grpSpMkLst>
        </pc:grpChg>
        <pc:cxnChg chg="mod">
          <ac:chgData name="Maxwell, Andre" userId="24f3e971-f6d1-4a2c-91f0-ff1b3394fdac" providerId="ADAL" clId="{181E771D-41FB-4ABB-835C-C984BAB448BD}" dt="2026-06-24T22:03:12.244" v="1252" actId="1076"/>
          <ac:cxnSpMkLst>
            <pc:docMk/>
            <pc:sldMk cId="2705567772" sldId="261"/>
            <ac:cxnSpMk id="166" creationId="{961BFAE4-3030-C994-EEFB-36DB34824DFC}"/>
          </ac:cxnSpMkLst>
        </pc:cxnChg>
      </pc:sldChg>
      <pc:sldChg chg="addSp delSp modSp new mod">
        <pc:chgData name="Maxwell, Andre" userId="24f3e971-f6d1-4a2c-91f0-ff1b3394fdac" providerId="ADAL" clId="{181E771D-41FB-4ABB-835C-C984BAB448BD}" dt="2026-06-24T23:02:51.292" v="2235" actId="20577"/>
        <pc:sldMkLst>
          <pc:docMk/>
          <pc:sldMk cId="1127060589" sldId="262"/>
        </pc:sldMkLst>
        <pc:spChg chg="del">
          <ac:chgData name="Maxwell, Andre" userId="24f3e971-f6d1-4a2c-91f0-ff1b3394fdac" providerId="ADAL" clId="{181E771D-41FB-4ABB-835C-C984BAB448BD}" dt="2026-06-24T22:40:04.586" v="1526" actId="478"/>
          <ac:spMkLst>
            <pc:docMk/>
            <pc:sldMk cId="1127060589" sldId="262"/>
            <ac:spMk id="2" creationId="{AD4BD674-E8C1-CF6F-F972-A78084E4EC1F}"/>
          </ac:spMkLst>
        </pc:spChg>
        <pc:spChg chg="del">
          <ac:chgData name="Maxwell, Andre" userId="24f3e971-f6d1-4a2c-91f0-ff1b3394fdac" providerId="ADAL" clId="{181E771D-41FB-4ABB-835C-C984BAB448BD}" dt="2026-06-24T22:40:04.586" v="1526" actId="478"/>
          <ac:spMkLst>
            <pc:docMk/>
            <pc:sldMk cId="1127060589" sldId="262"/>
            <ac:spMk id="3" creationId="{82422D33-BADC-9D00-BD03-EFF739C3F1A1}"/>
          </ac:spMkLst>
        </pc:spChg>
        <pc:spChg chg="mod">
          <ac:chgData name="Maxwell, Andre" userId="24f3e971-f6d1-4a2c-91f0-ff1b3394fdac" providerId="ADAL" clId="{181E771D-41FB-4ABB-835C-C984BAB448BD}" dt="2026-06-24T22:57:24.563" v="2075" actId="20577"/>
          <ac:spMkLst>
            <pc:docMk/>
            <pc:sldMk cId="1127060589" sldId="262"/>
            <ac:spMk id="5" creationId="{7E629560-0F4D-6243-C63B-5046BC46E566}"/>
          </ac:spMkLst>
        </pc:spChg>
        <pc:spChg chg="mod">
          <ac:chgData name="Maxwell, Andre" userId="24f3e971-f6d1-4a2c-91f0-ff1b3394fdac" providerId="ADAL" clId="{181E771D-41FB-4ABB-835C-C984BAB448BD}" dt="2026-06-24T22:40:36.780" v="1527"/>
          <ac:spMkLst>
            <pc:docMk/>
            <pc:sldMk cId="1127060589" sldId="262"/>
            <ac:spMk id="8" creationId="{36C50D92-79ED-91AD-A6B2-808031595432}"/>
          </ac:spMkLst>
        </pc:spChg>
        <pc:spChg chg="del mod">
          <ac:chgData name="Maxwell, Andre" userId="24f3e971-f6d1-4a2c-91f0-ff1b3394fdac" providerId="ADAL" clId="{181E771D-41FB-4ABB-835C-C984BAB448BD}" dt="2026-06-24T22:57:38.519" v="2080" actId="478"/>
          <ac:spMkLst>
            <pc:docMk/>
            <pc:sldMk cId="1127060589" sldId="262"/>
            <ac:spMk id="10" creationId="{3AE8BD5F-3C35-C1C9-3534-D9CCCE047012}"/>
          </ac:spMkLst>
        </pc:spChg>
        <pc:spChg chg="add mod">
          <ac:chgData name="Maxwell, Andre" userId="24f3e971-f6d1-4a2c-91f0-ff1b3394fdac" providerId="ADAL" clId="{181E771D-41FB-4ABB-835C-C984BAB448BD}" dt="2026-06-24T23:00:39.220" v="2205" actId="1076"/>
          <ac:spMkLst>
            <pc:docMk/>
            <pc:sldMk cId="1127060589" sldId="262"/>
            <ac:spMk id="11" creationId="{7E3782DB-732B-170F-D0EA-5138C24B2D34}"/>
          </ac:spMkLst>
        </pc:spChg>
        <pc:spChg chg="mod">
          <ac:chgData name="Maxwell, Andre" userId="24f3e971-f6d1-4a2c-91f0-ff1b3394fdac" providerId="ADAL" clId="{181E771D-41FB-4ABB-835C-C984BAB448BD}" dt="2026-06-24T22:57:28.710" v="2076" actId="20577"/>
          <ac:spMkLst>
            <pc:docMk/>
            <pc:sldMk cId="1127060589" sldId="262"/>
            <ac:spMk id="13" creationId="{6BA154FA-29D4-315B-C35B-2F70CD88BFEE}"/>
          </ac:spMkLst>
        </pc:spChg>
        <pc:spChg chg="mod">
          <ac:chgData name="Maxwell, Andre" userId="24f3e971-f6d1-4a2c-91f0-ff1b3394fdac" providerId="ADAL" clId="{181E771D-41FB-4ABB-835C-C984BAB448BD}" dt="2026-06-24T22:40:36.780" v="1527"/>
          <ac:spMkLst>
            <pc:docMk/>
            <pc:sldMk cId="1127060589" sldId="262"/>
            <ac:spMk id="15" creationId="{2DD830C4-21A0-63E4-0F80-114F98631E51}"/>
          </ac:spMkLst>
        </pc:spChg>
        <pc:spChg chg="mod">
          <ac:chgData name="Maxwell, Andre" userId="24f3e971-f6d1-4a2c-91f0-ff1b3394fdac" providerId="ADAL" clId="{181E771D-41FB-4ABB-835C-C984BAB448BD}" dt="2026-06-24T22:40:36.780" v="1527"/>
          <ac:spMkLst>
            <pc:docMk/>
            <pc:sldMk cId="1127060589" sldId="262"/>
            <ac:spMk id="16" creationId="{4DAA3DC0-BC7A-7845-0170-C664C8F23D29}"/>
          </ac:spMkLst>
        </pc:spChg>
        <pc:spChg chg="add mod">
          <ac:chgData name="Maxwell, Andre" userId="24f3e971-f6d1-4a2c-91f0-ff1b3394fdac" providerId="ADAL" clId="{181E771D-41FB-4ABB-835C-C984BAB448BD}" dt="2026-06-24T23:00:39.220" v="2205" actId="1076"/>
          <ac:spMkLst>
            <pc:docMk/>
            <pc:sldMk cId="1127060589" sldId="262"/>
            <ac:spMk id="18" creationId="{54553D49-6931-C48C-3F43-1EA0B5057509}"/>
          </ac:spMkLst>
        </pc:spChg>
        <pc:spChg chg="mod">
          <ac:chgData name="Maxwell, Andre" userId="24f3e971-f6d1-4a2c-91f0-ff1b3394fdac" providerId="ADAL" clId="{181E771D-41FB-4ABB-835C-C984BAB448BD}" dt="2026-06-24T22:57:30.561" v="2077" actId="20577"/>
          <ac:spMkLst>
            <pc:docMk/>
            <pc:sldMk cId="1127060589" sldId="262"/>
            <ac:spMk id="20" creationId="{2A101248-92D5-FE97-9935-9FE3E41614AC}"/>
          </ac:spMkLst>
        </pc:spChg>
        <pc:spChg chg="add mod">
          <ac:chgData name="Maxwell, Andre" userId="24f3e971-f6d1-4a2c-91f0-ff1b3394fdac" providerId="ADAL" clId="{181E771D-41FB-4ABB-835C-C984BAB448BD}" dt="2026-06-24T23:00:39.220" v="2205" actId="1076"/>
          <ac:spMkLst>
            <pc:docMk/>
            <pc:sldMk cId="1127060589" sldId="262"/>
            <ac:spMk id="25" creationId="{3F9D5CD6-145E-888C-646F-959F6C48FEF1}"/>
          </ac:spMkLst>
        </pc:spChg>
        <pc:spChg chg="mod">
          <ac:chgData name="Maxwell, Andre" userId="24f3e971-f6d1-4a2c-91f0-ff1b3394fdac" providerId="ADAL" clId="{181E771D-41FB-4ABB-835C-C984BAB448BD}" dt="2026-06-24T22:57:32.286" v="2078" actId="20577"/>
          <ac:spMkLst>
            <pc:docMk/>
            <pc:sldMk cId="1127060589" sldId="262"/>
            <ac:spMk id="27" creationId="{21E2A080-68A4-AD67-9BE8-A0668BFE525B}"/>
          </ac:spMkLst>
        </pc:spChg>
        <pc:spChg chg="mod">
          <ac:chgData name="Maxwell, Andre" userId="24f3e971-f6d1-4a2c-91f0-ff1b3394fdac" providerId="ADAL" clId="{181E771D-41FB-4ABB-835C-C984BAB448BD}" dt="2026-06-24T23:00:39.220" v="2205" actId="1076"/>
          <ac:spMkLst>
            <pc:docMk/>
            <pc:sldMk cId="1127060589" sldId="262"/>
            <ac:spMk id="32" creationId="{40B5D4EB-1786-5069-6499-A0BCC8DBB131}"/>
          </ac:spMkLst>
        </pc:spChg>
        <pc:spChg chg="mod">
          <ac:chgData name="Maxwell, Andre" userId="24f3e971-f6d1-4a2c-91f0-ff1b3394fdac" providerId="ADAL" clId="{181E771D-41FB-4ABB-835C-C984BAB448BD}" dt="2026-06-24T22:40:36.780" v="1527"/>
          <ac:spMkLst>
            <pc:docMk/>
            <pc:sldMk cId="1127060589" sldId="262"/>
            <ac:spMk id="36" creationId="{EDA16ABA-A4BB-2550-9890-0197E7551655}"/>
          </ac:spMkLst>
        </pc:spChg>
        <pc:spChg chg="mod">
          <ac:chgData name="Maxwell, Andre" userId="24f3e971-f6d1-4a2c-91f0-ff1b3394fdac" providerId="ADAL" clId="{181E771D-41FB-4ABB-835C-C984BAB448BD}" dt="2026-06-24T22:40:36.780" v="1527"/>
          <ac:spMkLst>
            <pc:docMk/>
            <pc:sldMk cId="1127060589" sldId="262"/>
            <ac:spMk id="37" creationId="{7E2F36DA-549C-0D78-CA88-EF006930F16D}"/>
          </ac:spMkLst>
        </pc:spChg>
        <pc:spChg chg="del mod">
          <ac:chgData name="Maxwell, Andre" userId="24f3e971-f6d1-4a2c-91f0-ff1b3394fdac" providerId="ADAL" clId="{181E771D-41FB-4ABB-835C-C984BAB448BD}" dt="2026-06-24T22:44:27.178" v="1718" actId="478"/>
          <ac:spMkLst>
            <pc:docMk/>
            <pc:sldMk cId="1127060589" sldId="262"/>
            <ac:spMk id="39" creationId="{6594CCE1-D700-13FF-5003-767C4DA5EB08}"/>
          </ac:spMkLst>
        </pc:spChg>
        <pc:spChg chg="mod">
          <ac:chgData name="Maxwell, Andre" userId="24f3e971-f6d1-4a2c-91f0-ff1b3394fdac" providerId="ADAL" clId="{181E771D-41FB-4ABB-835C-C984BAB448BD}" dt="2026-06-24T22:46:15.280" v="1796" actId="20577"/>
          <ac:spMkLst>
            <pc:docMk/>
            <pc:sldMk cId="1127060589" sldId="262"/>
            <ac:spMk id="41" creationId="{FDCCEFAF-DB6E-3208-6EF2-A3E665DFBC08}"/>
          </ac:spMkLst>
        </pc:spChg>
        <pc:spChg chg="mod">
          <ac:chgData name="Maxwell, Andre" userId="24f3e971-f6d1-4a2c-91f0-ff1b3394fdac" providerId="ADAL" clId="{181E771D-41FB-4ABB-835C-C984BAB448BD}" dt="2026-06-24T22:43:18.080" v="1678"/>
          <ac:spMkLst>
            <pc:docMk/>
            <pc:sldMk cId="1127060589" sldId="262"/>
            <ac:spMk id="43" creationId="{779D8320-A58D-538B-2444-9945EE0054AC}"/>
          </ac:spMkLst>
        </pc:spChg>
        <pc:spChg chg="mod">
          <ac:chgData name="Maxwell, Andre" userId="24f3e971-f6d1-4a2c-91f0-ff1b3394fdac" providerId="ADAL" clId="{181E771D-41FB-4ABB-835C-C984BAB448BD}" dt="2026-06-24T22:43:18.080" v="1678"/>
          <ac:spMkLst>
            <pc:docMk/>
            <pc:sldMk cId="1127060589" sldId="262"/>
            <ac:spMk id="44" creationId="{D75BFA46-BDD8-4369-2F58-76D1702F7647}"/>
          </ac:spMkLst>
        </pc:spChg>
        <pc:spChg chg="mod">
          <ac:chgData name="Maxwell, Andre" userId="24f3e971-f6d1-4a2c-91f0-ff1b3394fdac" providerId="ADAL" clId="{181E771D-41FB-4ABB-835C-C984BAB448BD}" dt="2026-06-24T22:44:28.788" v="1719"/>
          <ac:spMkLst>
            <pc:docMk/>
            <pc:sldMk cId="1127060589" sldId="262"/>
            <ac:spMk id="47" creationId="{0B8F5892-75E8-F564-D5D2-BC855029C816}"/>
          </ac:spMkLst>
        </pc:spChg>
        <pc:spChg chg="mod">
          <ac:chgData name="Maxwell, Andre" userId="24f3e971-f6d1-4a2c-91f0-ff1b3394fdac" providerId="ADAL" clId="{181E771D-41FB-4ABB-835C-C984BAB448BD}" dt="2026-06-24T22:44:28.788" v="1719"/>
          <ac:spMkLst>
            <pc:docMk/>
            <pc:sldMk cId="1127060589" sldId="262"/>
            <ac:spMk id="49" creationId="{7C785208-B14F-28E3-9907-82EBD3964FD6}"/>
          </ac:spMkLst>
        </pc:spChg>
        <pc:spChg chg="mod">
          <ac:chgData name="Maxwell, Andre" userId="24f3e971-f6d1-4a2c-91f0-ff1b3394fdac" providerId="ADAL" clId="{181E771D-41FB-4ABB-835C-C984BAB448BD}" dt="2026-06-24T22:44:28.788" v="1719"/>
          <ac:spMkLst>
            <pc:docMk/>
            <pc:sldMk cId="1127060589" sldId="262"/>
            <ac:spMk id="50" creationId="{3CDD6B93-B77B-8D4C-4E22-30A0BF2C254B}"/>
          </ac:spMkLst>
        </pc:spChg>
        <pc:spChg chg="mod">
          <ac:chgData name="Maxwell, Andre" userId="24f3e971-f6d1-4a2c-91f0-ff1b3394fdac" providerId="ADAL" clId="{181E771D-41FB-4ABB-835C-C984BAB448BD}" dt="2026-06-24T22:44:57.020" v="1762" actId="20577"/>
          <ac:spMkLst>
            <pc:docMk/>
            <pc:sldMk cId="1127060589" sldId="262"/>
            <ac:spMk id="53" creationId="{8653C338-5453-18FA-0152-AE61B4D3CEFA}"/>
          </ac:spMkLst>
        </pc:spChg>
        <pc:spChg chg="mod">
          <ac:chgData name="Maxwell, Andre" userId="24f3e971-f6d1-4a2c-91f0-ff1b3394fdac" providerId="ADAL" clId="{181E771D-41FB-4ABB-835C-C984BAB448BD}" dt="2026-06-24T22:44:38.684" v="1722"/>
          <ac:spMkLst>
            <pc:docMk/>
            <pc:sldMk cId="1127060589" sldId="262"/>
            <ac:spMk id="55" creationId="{9A876287-BA87-87F5-00AC-C58C131E0257}"/>
          </ac:spMkLst>
        </pc:spChg>
        <pc:spChg chg="mod">
          <ac:chgData name="Maxwell, Andre" userId="24f3e971-f6d1-4a2c-91f0-ff1b3394fdac" providerId="ADAL" clId="{181E771D-41FB-4ABB-835C-C984BAB448BD}" dt="2026-06-24T22:44:38.684" v="1722"/>
          <ac:spMkLst>
            <pc:docMk/>
            <pc:sldMk cId="1127060589" sldId="262"/>
            <ac:spMk id="56" creationId="{D487FEAF-0AB7-0F9F-7957-A22CFA304197}"/>
          </ac:spMkLst>
        </pc:spChg>
        <pc:spChg chg="mod">
          <ac:chgData name="Maxwell, Andre" userId="24f3e971-f6d1-4a2c-91f0-ff1b3394fdac" providerId="ADAL" clId="{181E771D-41FB-4ABB-835C-C984BAB448BD}" dt="2026-06-24T23:02:51.292" v="2235" actId="20577"/>
          <ac:spMkLst>
            <pc:docMk/>
            <pc:sldMk cId="1127060589" sldId="262"/>
            <ac:spMk id="59" creationId="{2795A863-E34B-7324-8902-4BDF79354537}"/>
          </ac:spMkLst>
        </pc:spChg>
        <pc:spChg chg="mod">
          <ac:chgData name="Maxwell, Andre" userId="24f3e971-f6d1-4a2c-91f0-ff1b3394fdac" providerId="ADAL" clId="{181E771D-41FB-4ABB-835C-C984BAB448BD}" dt="2026-06-24T22:45:02.921" v="1763"/>
          <ac:spMkLst>
            <pc:docMk/>
            <pc:sldMk cId="1127060589" sldId="262"/>
            <ac:spMk id="61" creationId="{C6F0B40E-AD47-74C0-3C92-641A2CEECB3D}"/>
          </ac:spMkLst>
        </pc:spChg>
        <pc:spChg chg="mod">
          <ac:chgData name="Maxwell, Andre" userId="24f3e971-f6d1-4a2c-91f0-ff1b3394fdac" providerId="ADAL" clId="{181E771D-41FB-4ABB-835C-C984BAB448BD}" dt="2026-06-24T22:45:02.921" v="1763"/>
          <ac:spMkLst>
            <pc:docMk/>
            <pc:sldMk cId="1127060589" sldId="262"/>
            <ac:spMk id="62" creationId="{913F2DF9-B7C3-9999-8F54-9D15CFE3750E}"/>
          </ac:spMkLst>
        </pc:spChg>
        <pc:spChg chg="add mod">
          <ac:chgData name="Maxwell, Andre" userId="24f3e971-f6d1-4a2c-91f0-ff1b3394fdac" providerId="ADAL" clId="{181E771D-41FB-4ABB-835C-C984BAB448BD}" dt="2026-06-24T23:00:39.220" v="2205" actId="1076"/>
          <ac:spMkLst>
            <pc:docMk/>
            <pc:sldMk cId="1127060589" sldId="262"/>
            <ac:spMk id="64" creationId="{14E09C34-27B6-15FB-4306-A1116CDB14EB}"/>
          </ac:spMkLst>
        </pc:spChg>
        <pc:spChg chg="mod">
          <ac:chgData name="Maxwell, Andre" userId="24f3e971-f6d1-4a2c-91f0-ff1b3394fdac" providerId="ADAL" clId="{181E771D-41FB-4ABB-835C-C984BAB448BD}" dt="2026-06-24T22:58:05.164" v="2098"/>
          <ac:spMkLst>
            <pc:docMk/>
            <pc:sldMk cId="1127060589" sldId="262"/>
            <ac:spMk id="68" creationId="{7A5A886A-3A0E-F8CC-A454-53C7C15CABB5}"/>
          </ac:spMkLst>
        </pc:spChg>
        <pc:spChg chg="mod">
          <ac:chgData name="Maxwell, Andre" userId="24f3e971-f6d1-4a2c-91f0-ff1b3394fdac" providerId="ADAL" clId="{181E771D-41FB-4ABB-835C-C984BAB448BD}" dt="2026-06-24T22:58:05.164" v="2098"/>
          <ac:spMkLst>
            <pc:docMk/>
            <pc:sldMk cId="1127060589" sldId="262"/>
            <ac:spMk id="69" creationId="{A8B7F4A4-8CBC-CD57-36CF-5F03BB4F0437}"/>
          </ac:spMkLst>
        </pc:spChg>
        <pc:spChg chg="add mod">
          <ac:chgData name="Maxwell, Andre" userId="24f3e971-f6d1-4a2c-91f0-ff1b3394fdac" providerId="ADAL" clId="{181E771D-41FB-4ABB-835C-C984BAB448BD}" dt="2026-06-24T22:58:15.718" v="2105" actId="20577"/>
          <ac:spMkLst>
            <pc:docMk/>
            <pc:sldMk cId="1127060589" sldId="262"/>
            <ac:spMk id="71" creationId="{05B6DCD4-8A2A-9654-937D-8515BD298120}"/>
          </ac:spMkLst>
        </pc:spChg>
        <pc:spChg chg="mod">
          <ac:chgData name="Maxwell, Andre" userId="24f3e971-f6d1-4a2c-91f0-ff1b3394fdac" providerId="ADAL" clId="{181E771D-41FB-4ABB-835C-C984BAB448BD}" dt="2026-06-24T22:58:05.164" v="2098"/>
          <ac:spMkLst>
            <pc:docMk/>
            <pc:sldMk cId="1127060589" sldId="262"/>
            <ac:spMk id="73" creationId="{5BDF7A1C-862F-3AA4-20D4-373E59401C15}"/>
          </ac:spMkLst>
        </pc:spChg>
        <pc:spChg chg="mod">
          <ac:chgData name="Maxwell, Andre" userId="24f3e971-f6d1-4a2c-91f0-ff1b3394fdac" providerId="ADAL" clId="{181E771D-41FB-4ABB-835C-C984BAB448BD}" dt="2026-06-24T22:58:05.164" v="2098"/>
          <ac:spMkLst>
            <pc:docMk/>
            <pc:sldMk cId="1127060589" sldId="262"/>
            <ac:spMk id="75" creationId="{D08C4DA4-9BED-50F0-E1A7-51AA1F1CF72B}"/>
          </ac:spMkLst>
        </pc:spChg>
        <pc:spChg chg="add del mod">
          <ac:chgData name="Maxwell, Andre" userId="24f3e971-f6d1-4a2c-91f0-ff1b3394fdac" providerId="ADAL" clId="{181E771D-41FB-4ABB-835C-C984BAB448BD}" dt="2026-06-24T23:00:13.366" v="2193" actId="478"/>
          <ac:spMkLst>
            <pc:docMk/>
            <pc:sldMk cId="1127060589" sldId="262"/>
            <ac:spMk id="78" creationId="{1AAA5248-2666-37D7-50E0-263F83CA9B54}"/>
          </ac:spMkLst>
        </pc:spChg>
        <pc:spChg chg="mod">
          <ac:chgData name="Maxwell, Andre" userId="24f3e971-f6d1-4a2c-91f0-ff1b3394fdac" providerId="ADAL" clId="{181E771D-41FB-4ABB-835C-C984BAB448BD}" dt="2026-06-24T23:02:41.262" v="2222" actId="20577"/>
          <ac:spMkLst>
            <pc:docMk/>
            <pc:sldMk cId="1127060589" sldId="262"/>
            <ac:spMk id="80" creationId="{9A750256-36D8-920E-9B12-BCE6E9A7B721}"/>
          </ac:spMkLst>
        </pc:spChg>
        <pc:spChg chg="mod">
          <ac:chgData name="Maxwell, Andre" userId="24f3e971-f6d1-4a2c-91f0-ff1b3394fdac" providerId="ADAL" clId="{181E771D-41FB-4ABB-835C-C984BAB448BD}" dt="2026-06-24T22:58:05.164" v="2098"/>
          <ac:spMkLst>
            <pc:docMk/>
            <pc:sldMk cId="1127060589" sldId="262"/>
            <ac:spMk id="82" creationId="{B45DC942-0F90-CC3C-CDC4-639E737AF515}"/>
          </ac:spMkLst>
        </pc:spChg>
        <pc:spChg chg="mod">
          <ac:chgData name="Maxwell, Andre" userId="24f3e971-f6d1-4a2c-91f0-ff1b3394fdac" providerId="ADAL" clId="{181E771D-41FB-4ABB-835C-C984BAB448BD}" dt="2026-06-24T22:58:05.164" v="2098"/>
          <ac:spMkLst>
            <pc:docMk/>
            <pc:sldMk cId="1127060589" sldId="262"/>
            <ac:spMk id="83" creationId="{6DBDBCD8-B8DF-3D80-A2D6-0197A22345C9}"/>
          </ac:spMkLst>
        </pc:spChg>
        <pc:spChg chg="add mod">
          <ac:chgData name="Maxwell, Andre" userId="24f3e971-f6d1-4a2c-91f0-ff1b3394fdac" providerId="ADAL" clId="{181E771D-41FB-4ABB-835C-C984BAB448BD}" dt="2026-06-24T22:58:36.063" v="2125" actId="20577"/>
          <ac:spMkLst>
            <pc:docMk/>
            <pc:sldMk cId="1127060589" sldId="262"/>
            <ac:spMk id="85" creationId="{33234B90-B50F-CECB-9F2D-2F801F0BD4FB}"/>
          </ac:spMkLst>
        </pc:spChg>
        <pc:spChg chg="mod">
          <ac:chgData name="Maxwell, Andre" userId="24f3e971-f6d1-4a2c-91f0-ff1b3394fdac" providerId="ADAL" clId="{181E771D-41FB-4ABB-835C-C984BAB448BD}" dt="2026-06-24T22:59:18.089" v="2153" actId="20577"/>
          <ac:spMkLst>
            <pc:docMk/>
            <pc:sldMk cId="1127060589" sldId="262"/>
            <ac:spMk id="87" creationId="{54534E96-C0C9-B170-241D-FBDE617B04F4}"/>
          </ac:spMkLst>
        </pc:spChg>
        <pc:spChg chg="mod">
          <ac:chgData name="Maxwell, Andre" userId="24f3e971-f6d1-4a2c-91f0-ff1b3394fdac" providerId="ADAL" clId="{181E771D-41FB-4ABB-835C-C984BAB448BD}" dt="2026-06-24T22:59:03.726" v="2126"/>
          <ac:spMkLst>
            <pc:docMk/>
            <pc:sldMk cId="1127060589" sldId="262"/>
            <ac:spMk id="89" creationId="{B5F3F524-595F-FE30-C7BC-C64759DA18BF}"/>
          </ac:spMkLst>
        </pc:spChg>
        <pc:spChg chg="mod">
          <ac:chgData name="Maxwell, Andre" userId="24f3e971-f6d1-4a2c-91f0-ff1b3394fdac" providerId="ADAL" clId="{181E771D-41FB-4ABB-835C-C984BAB448BD}" dt="2026-06-24T22:59:03.726" v="2126"/>
          <ac:spMkLst>
            <pc:docMk/>
            <pc:sldMk cId="1127060589" sldId="262"/>
            <ac:spMk id="90" creationId="{E9040466-623D-B512-26F3-0AD57685136A}"/>
          </ac:spMkLst>
        </pc:spChg>
        <pc:spChg chg="add mod">
          <ac:chgData name="Maxwell, Andre" userId="24f3e971-f6d1-4a2c-91f0-ff1b3394fdac" providerId="ADAL" clId="{181E771D-41FB-4ABB-835C-C984BAB448BD}" dt="2026-06-24T23:00:17.803" v="2195" actId="1076"/>
          <ac:spMkLst>
            <pc:docMk/>
            <pc:sldMk cId="1127060589" sldId="262"/>
            <ac:spMk id="92" creationId="{3CFB516D-457C-2661-9A5A-1942B2960A9A}"/>
          </ac:spMkLst>
        </pc:spChg>
        <pc:spChg chg="mod">
          <ac:chgData name="Maxwell, Andre" userId="24f3e971-f6d1-4a2c-91f0-ff1b3394fdac" providerId="ADAL" clId="{181E771D-41FB-4ABB-835C-C984BAB448BD}" dt="2026-06-24T23:00:51.160" v="2210" actId="20577"/>
          <ac:spMkLst>
            <pc:docMk/>
            <pc:sldMk cId="1127060589" sldId="262"/>
            <ac:spMk id="94" creationId="{8FE1C599-03E5-460F-963C-5C39544D716D}"/>
          </ac:spMkLst>
        </pc:spChg>
        <pc:spChg chg="mod">
          <ac:chgData name="Maxwell, Andre" userId="24f3e971-f6d1-4a2c-91f0-ff1b3394fdac" providerId="ADAL" clId="{181E771D-41FB-4ABB-835C-C984BAB448BD}" dt="2026-06-24T23:00:40.177" v="2206"/>
          <ac:spMkLst>
            <pc:docMk/>
            <pc:sldMk cId="1127060589" sldId="262"/>
            <ac:spMk id="96" creationId="{D3F16692-5857-A784-3C43-374F74AB9EC0}"/>
          </ac:spMkLst>
        </pc:spChg>
        <pc:spChg chg="mod">
          <ac:chgData name="Maxwell, Andre" userId="24f3e971-f6d1-4a2c-91f0-ff1b3394fdac" providerId="ADAL" clId="{181E771D-41FB-4ABB-835C-C984BAB448BD}" dt="2026-06-24T23:00:40.177" v="2206"/>
          <ac:spMkLst>
            <pc:docMk/>
            <pc:sldMk cId="1127060589" sldId="262"/>
            <ac:spMk id="97" creationId="{6D83496B-CFED-0275-25D4-8A8EFC3D3B78}"/>
          </ac:spMkLst>
        </pc:spChg>
        <pc:grpChg chg="mod">
          <ac:chgData name="Maxwell, Andre" userId="24f3e971-f6d1-4a2c-91f0-ff1b3394fdac" providerId="ADAL" clId="{181E771D-41FB-4ABB-835C-C984BAB448BD}" dt="2026-06-24T23:00:39.220" v="2205" actId="1076"/>
          <ac:grpSpMkLst>
            <pc:docMk/>
            <pc:sldMk cId="1127060589" sldId="262"/>
            <ac:grpSpMk id="4" creationId="{10DD0BFD-E9B2-E872-CEBB-A83569180661}"/>
          </ac:grpSpMkLst>
        </pc:grpChg>
        <pc:grpChg chg="mod">
          <ac:chgData name="Maxwell, Andre" userId="24f3e971-f6d1-4a2c-91f0-ff1b3394fdac" providerId="ADAL" clId="{181E771D-41FB-4ABB-835C-C984BAB448BD}" dt="2026-06-24T23:00:39.220" v="2205" actId="1076"/>
          <ac:grpSpMkLst>
            <pc:docMk/>
            <pc:sldMk cId="1127060589" sldId="262"/>
            <ac:grpSpMk id="12" creationId="{423F05CD-2CF6-B0E9-FEAF-491725CBB3D8}"/>
          </ac:grpSpMkLst>
        </pc:grpChg>
        <pc:grpChg chg="mod">
          <ac:chgData name="Maxwell, Andre" userId="24f3e971-f6d1-4a2c-91f0-ff1b3394fdac" providerId="ADAL" clId="{181E771D-41FB-4ABB-835C-C984BAB448BD}" dt="2026-06-24T23:00:39.220" v="2205" actId="1076"/>
          <ac:grpSpMkLst>
            <pc:docMk/>
            <pc:sldMk cId="1127060589" sldId="262"/>
            <ac:grpSpMk id="19" creationId="{4E63282C-86C7-F849-8882-26429F1306AD}"/>
          </ac:grpSpMkLst>
        </pc:grpChg>
        <pc:grpChg chg="mod">
          <ac:chgData name="Maxwell, Andre" userId="24f3e971-f6d1-4a2c-91f0-ff1b3394fdac" providerId="ADAL" clId="{181E771D-41FB-4ABB-835C-C984BAB448BD}" dt="2026-06-24T23:00:39.220" v="2205" actId="1076"/>
          <ac:grpSpMkLst>
            <pc:docMk/>
            <pc:sldMk cId="1127060589" sldId="262"/>
            <ac:grpSpMk id="26" creationId="{56212924-55A4-20FC-8832-429650696083}"/>
          </ac:grpSpMkLst>
        </pc:grpChg>
        <pc:grpChg chg="del mod">
          <ac:chgData name="Maxwell, Andre" userId="24f3e971-f6d1-4a2c-91f0-ff1b3394fdac" providerId="ADAL" clId="{181E771D-41FB-4ABB-835C-C984BAB448BD}" dt="2026-06-24T22:44:27.178" v="1718" actId="478"/>
          <ac:grpSpMkLst>
            <pc:docMk/>
            <pc:sldMk cId="1127060589" sldId="262"/>
            <ac:grpSpMk id="33" creationId="{5BA34349-9077-4EE2-A490-9B8CCC5B0E62}"/>
          </ac:grpSpMkLst>
        </pc:grpChg>
        <pc:grpChg chg="add del mod">
          <ac:chgData name="Maxwell, Andre" userId="24f3e971-f6d1-4a2c-91f0-ff1b3394fdac" providerId="ADAL" clId="{181E771D-41FB-4ABB-835C-C984BAB448BD}" dt="2026-06-24T22:55:02.601" v="1953" actId="478"/>
          <ac:grpSpMkLst>
            <pc:docMk/>
            <pc:sldMk cId="1127060589" sldId="262"/>
            <ac:grpSpMk id="40" creationId="{2621380A-06C2-CA4B-D3AD-48D19E297EC4}"/>
          </ac:grpSpMkLst>
        </pc:grpChg>
        <pc:grpChg chg="mod">
          <ac:chgData name="Maxwell, Andre" userId="24f3e971-f6d1-4a2c-91f0-ff1b3394fdac" providerId="ADAL" clId="{181E771D-41FB-4ABB-835C-C984BAB448BD}" dt="2026-06-24T22:43:18.080" v="1678"/>
          <ac:grpSpMkLst>
            <pc:docMk/>
            <pc:sldMk cId="1127060589" sldId="262"/>
            <ac:grpSpMk id="42" creationId="{56B4E466-6920-367A-025E-B317972800D4}"/>
          </ac:grpSpMkLst>
        </pc:grpChg>
        <pc:grpChg chg="add mod">
          <ac:chgData name="Maxwell, Andre" userId="24f3e971-f6d1-4a2c-91f0-ff1b3394fdac" providerId="ADAL" clId="{181E771D-41FB-4ABB-835C-C984BAB448BD}" dt="2026-06-24T22:44:28.788" v="1719"/>
          <ac:grpSpMkLst>
            <pc:docMk/>
            <pc:sldMk cId="1127060589" sldId="262"/>
            <ac:grpSpMk id="46" creationId="{DB7CC290-212D-27E1-E774-A05D72C23C12}"/>
          </ac:grpSpMkLst>
        </pc:grpChg>
        <pc:grpChg chg="mod">
          <ac:chgData name="Maxwell, Andre" userId="24f3e971-f6d1-4a2c-91f0-ff1b3394fdac" providerId="ADAL" clId="{181E771D-41FB-4ABB-835C-C984BAB448BD}" dt="2026-06-24T22:44:28.788" v="1719"/>
          <ac:grpSpMkLst>
            <pc:docMk/>
            <pc:sldMk cId="1127060589" sldId="262"/>
            <ac:grpSpMk id="48" creationId="{18905D80-6FDA-7105-068F-C3E069B2E686}"/>
          </ac:grpSpMkLst>
        </pc:grpChg>
        <pc:grpChg chg="add del mod">
          <ac:chgData name="Maxwell, Andre" userId="24f3e971-f6d1-4a2c-91f0-ff1b3394fdac" providerId="ADAL" clId="{181E771D-41FB-4ABB-835C-C984BAB448BD}" dt="2026-06-24T22:50:00.227" v="1851" actId="478"/>
          <ac:grpSpMkLst>
            <pc:docMk/>
            <pc:sldMk cId="1127060589" sldId="262"/>
            <ac:grpSpMk id="52" creationId="{9A1758D2-C1C1-780C-F3B8-E17CF8E4A396}"/>
          </ac:grpSpMkLst>
        </pc:grpChg>
        <pc:grpChg chg="mod">
          <ac:chgData name="Maxwell, Andre" userId="24f3e971-f6d1-4a2c-91f0-ff1b3394fdac" providerId="ADAL" clId="{181E771D-41FB-4ABB-835C-C984BAB448BD}" dt="2026-06-24T22:44:38.684" v="1722"/>
          <ac:grpSpMkLst>
            <pc:docMk/>
            <pc:sldMk cId="1127060589" sldId="262"/>
            <ac:grpSpMk id="54" creationId="{95AEE7CA-BD8B-F5D9-1649-69F6097C99B2}"/>
          </ac:grpSpMkLst>
        </pc:grpChg>
        <pc:grpChg chg="add mod">
          <ac:chgData name="Maxwell, Andre" userId="24f3e971-f6d1-4a2c-91f0-ff1b3394fdac" providerId="ADAL" clId="{181E771D-41FB-4ABB-835C-C984BAB448BD}" dt="2026-06-24T23:00:39.220" v="2205" actId="1076"/>
          <ac:grpSpMkLst>
            <pc:docMk/>
            <pc:sldMk cId="1127060589" sldId="262"/>
            <ac:grpSpMk id="58" creationId="{178EF968-1CD4-9507-D4DF-3254758B8A2E}"/>
          </ac:grpSpMkLst>
        </pc:grpChg>
        <pc:grpChg chg="mod">
          <ac:chgData name="Maxwell, Andre" userId="24f3e971-f6d1-4a2c-91f0-ff1b3394fdac" providerId="ADAL" clId="{181E771D-41FB-4ABB-835C-C984BAB448BD}" dt="2026-06-24T22:45:02.921" v="1763"/>
          <ac:grpSpMkLst>
            <pc:docMk/>
            <pc:sldMk cId="1127060589" sldId="262"/>
            <ac:grpSpMk id="60" creationId="{474FA52F-B756-C875-64A4-7B04E2D82E63}"/>
          </ac:grpSpMkLst>
        </pc:grpChg>
        <pc:grpChg chg="mod">
          <ac:chgData name="Maxwell, Andre" userId="24f3e971-f6d1-4a2c-91f0-ff1b3394fdac" providerId="ADAL" clId="{181E771D-41FB-4ABB-835C-C984BAB448BD}" dt="2026-06-24T22:58:10.825" v="2099" actId="1076"/>
          <ac:grpSpMkLst>
            <pc:docMk/>
            <pc:sldMk cId="1127060589" sldId="262"/>
            <ac:grpSpMk id="65" creationId="{46EFAA65-EBE9-2BA0-D5C9-20696A85CB40}"/>
          </ac:grpSpMkLst>
        </pc:grpChg>
        <pc:grpChg chg="mod">
          <ac:chgData name="Maxwell, Andre" userId="24f3e971-f6d1-4a2c-91f0-ff1b3394fdac" providerId="ADAL" clId="{181E771D-41FB-4ABB-835C-C984BAB448BD}" dt="2026-06-24T22:58:10.825" v="2099" actId="1076"/>
          <ac:grpSpMkLst>
            <pc:docMk/>
            <pc:sldMk cId="1127060589" sldId="262"/>
            <ac:grpSpMk id="72" creationId="{36707A8F-5388-B6B7-B96D-77CECFAADDC9}"/>
          </ac:grpSpMkLst>
        </pc:grpChg>
        <pc:grpChg chg="mod">
          <ac:chgData name="Maxwell, Andre" userId="24f3e971-f6d1-4a2c-91f0-ff1b3394fdac" providerId="ADAL" clId="{181E771D-41FB-4ABB-835C-C984BAB448BD}" dt="2026-06-24T22:58:10.825" v="2099" actId="1076"/>
          <ac:grpSpMkLst>
            <pc:docMk/>
            <pc:sldMk cId="1127060589" sldId="262"/>
            <ac:grpSpMk id="79" creationId="{5FCFFE2C-2295-1D8C-1D38-68F2317705CB}"/>
          </ac:grpSpMkLst>
        </pc:grpChg>
        <pc:grpChg chg="add mod">
          <ac:chgData name="Maxwell, Andre" userId="24f3e971-f6d1-4a2c-91f0-ff1b3394fdac" providerId="ADAL" clId="{181E771D-41FB-4ABB-835C-C984BAB448BD}" dt="2026-06-24T22:59:07.428" v="2127" actId="1076"/>
          <ac:grpSpMkLst>
            <pc:docMk/>
            <pc:sldMk cId="1127060589" sldId="262"/>
            <ac:grpSpMk id="86" creationId="{1B636A89-DDD7-74FE-2DC7-25F2744287DA}"/>
          </ac:grpSpMkLst>
        </pc:grpChg>
        <pc:grpChg chg="mod">
          <ac:chgData name="Maxwell, Andre" userId="24f3e971-f6d1-4a2c-91f0-ff1b3394fdac" providerId="ADAL" clId="{181E771D-41FB-4ABB-835C-C984BAB448BD}" dt="2026-06-24T22:59:03.726" v="2126"/>
          <ac:grpSpMkLst>
            <pc:docMk/>
            <pc:sldMk cId="1127060589" sldId="262"/>
            <ac:grpSpMk id="88" creationId="{DC6984B7-77E7-5EBB-2A69-956B5A4F5250}"/>
          </ac:grpSpMkLst>
        </pc:grpChg>
        <pc:grpChg chg="add mod">
          <ac:chgData name="Maxwell, Andre" userId="24f3e971-f6d1-4a2c-91f0-ff1b3394fdac" providerId="ADAL" clId="{181E771D-41FB-4ABB-835C-C984BAB448BD}" dt="2026-06-24T23:00:43.708" v="2207" actId="1076"/>
          <ac:grpSpMkLst>
            <pc:docMk/>
            <pc:sldMk cId="1127060589" sldId="262"/>
            <ac:grpSpMk id="93" creationId="{140243F2-7016-6FE2-F286-3AA00B27FED2}"/>
          </ac:grpSpMkLst>
        </pc:grpChg>
        <pc:grpChg chg="mod">
          <ac:chgData name="Maxwell, Andre" userId="24f3e971-f6d1-4a2c-91f0-ff1b3394fdac" providerId="ADAL" clId="{181E771D-41FB-4ABB-835C-C984BAB448BD}" dt="2026-06-24T23:00:40.177" v="2206"/>
          <ac:grpSpMkLst>
            <pc:docMk/>
            <pc:sldMk cId="1127060589" sldId="262"/>
            <ac:grpSpMk id="95" creationId="{24823F3B-5192-6038-F3F1-702FF38A8591}"/>
          </ac:grpSpMkLst>
        </pc:grpChg>
        <pc:cxnChg chg="mod">
          <ac:chgData name="Maxwell, Andre" userId="24f3e971-f6d1-4a2c-91f0-ff1b3394fdac" providerId="ADAL" clId="{181E771D-41FB-4ABB-835C-C984BAB448BD}" dt="2026-06-24T22:43:18.080" v="1678"/>
          <ac:cxnSpMkLst>
            <pc:docMk/>
            <pc:sldMk cId="1127060589" sldId="262"/>
            <ac:cxnSpMk id="45" creationId="{58727DBB-3B50-06E5-E916-BC692447BB0B}"/>
          </ac:cxnSpMkLst>
        </pc:cxnChg>
        <pc:cxnChg chg="mod">
          <ac:chgData name="Maxwell, Andre" userId="24f3e971-f6d1-4a2c-91f0-ff1b3394fdac" providerId="ADAL" clId="{181E771D-41FB-4ABB-835C-C984BAB448BD}" dt="2026-06-24T22:44:28.788" v="1719"/>
          <ac:cxnSpMkLst>
            <pc:docMk/>
            <pc:sldMk cId="1127060589" sldId="262"/>
            <ac:cxnSpMk id="51" creationId="{5B709EEB-0D1D-3388-2C20-013C57203BD0}"/>
          </ac:cxnSpMkLst>
        </pc:cxnChg>
        <pc:cxnChg chg="mod">
          <ac:chgData name="Maxwell, Andre" userId="24f3e971-f6d1-4a2c-91f0-ff1b3394fdac" providerId="ADAL" clId="{181E771D-41FB-4ABB-835C-C984BAB448BD}" dt="2026-06-24T22:44:38.684" v="1722"/>
          <ac:cxnSpMkLst>
            <pc:docMk/>
            <pc:sldMk cId="1127060589" sldId="262"/>
            <ac:cxnSpMk id="57" creationId="{36940C19-3BD4-D5D9-704F-CCD76799BC69}"/>
          </ac:cxnSpMkLst>
        </pc:cxnChg>
        <pc:cxnChg chg="mod">
          <ac:chgData name="Maxwell, Andre" userId="24f3e971-f6d1-4a2c-91f0-ff1b3394fdac" providerId="ADAL" clId="{181E771D-41FB-4ABB-835C-C984BAB448BD}" dt="2026-06-24T22:45:02.921" v="1763"/>
          <ac:cxnSpMkLst>
            <pc:docMk/>
            <pc:sldMk cId="1127060589" sldId="262"/>
            <ac:cxnSpMk id="63" creationId="{0087F3BA-06D2-7CAB-0A94-58DCD3EA26AC}"/>
          </ac:cxnSpMkLst>
        </pc:cxnChg>
        <pc:cxnChg chg="mod">
          <ac:chgData name="Maxwell, Andre" userId="24f3e971-f6d1-4a2c-91f0-ff1b3394fdac" providerId="ADAL" clId="{181E771D-41FB-4ABB-835C-C984BAB448BD}" dt="2026-06-24T22:59:03.726" v="2126"/>
          <ac:cxnSpMkLst>
            <pc:docMk/>
            <pc:sldMk cId="1127060589" sldId="262"/>
            <ac:cxnSpMk id="91" creationId="{19229073-EB8A-BB77-EB2C-C65C9896BA18}"/>
          </ac:cxnSpMkLst>
        </pc:cxnChg>
        <pc:cxnChg chg="mod">
          <ac:chgData name="Maxwell, Andre" userId="24f3e971-f6d1-4a2c-91f0-ff1b3394fdac" providerId="ADAL" clId="{181E771D-41FB-4ABB-835C-C984BAB448BD}" dt="2026-06-24T23:00:40.177" v="2206"/>
          <ac:cxnSpMkLst>
            <pc:docMk/>
            <pc:sldMk cId="1127060589" sldId="262"/>
            <ac:cxnSpMk id="98" creationId="{3B522540-398A-A7AF-0217-989044103B6A}"/>
          </ac:cxnSpMkLst>
        </pc:cxnChg>
      </pc:sldChg>
      <pc:sldChg chg="modSp new mod">
        <pc:chgData name="Maxwell, Andre" userId="24f3e971-f6d1-4a2c-91f0-ff1b3394fdac" providerId="ADAL" clId="{181E771D-41FB-4ABB-835C-C984BAB448BD}" dt="2026-06-25T20:41:39.925" v="2248" actId="20577"/>
        <pc:sldMkLst>
          <pc:docMk/>
          <pc:sldMk cId="3335788777" sldId="263"/>
        </pc:sldMkLst>
        <pc:spChg chg="mod">
          <ac:chgData name="Maxwell, Andre" userId="24f3e971-f6d1-4a2c-91f0-ff1b3394fdac" providerId="ADAL" clId="{181E771D-41FB-4ABB-835C-C984BAB448BD}" dt="2026-06-25T20:41:39.925" v="2248" actId="20577"/>
          <ac:spMkLst>
            <pc:docMk/>
            <pc:sldMk cId="3335788777" sldId="263"/>
            <ac:spMk id="2" creationId="{273B297B-C36E-6EEA-A62A-1F59F1064E32}"/>
          </ac:spMkLst>
        </pc:spChg>
      </pc:sldChg>
      <pc:sldChg chg="addSp delSp modSp add mod">
        <pc:chgData name="Maxwell, Andre" userId="24f3e971-f6d1-4a2c-91f0-ff1b3394fdac" providerId="ADAL" clId="{181E771D-41FB-4ABB-835C-C984BAB448BD}" dt="2026-06-25T21:05:22.247" v="2848" actId="20577"/>
        <pc:sldMkLst>
          <pc:docMk/>
          <pc:sldMk cId="3882841328" sldId="264"/>
        </pc:sldMkLst>
        <pc:spChg chg="mod">
          <ac:chgData name="Maxwell, Andre" userId="24f3e971-f6d1-4a2c-91f0-ff1b3394fdac" providerId="ADAL" clId="{181E771D-41FB-4ABB-835C-C984BAB448BD}" dt="2026-06-25T20:59:34.751" v="2670" actId="1076"/>
          <ac:spMkLst>
            <pc:docMk/>
            <pc:sldMk cId="3882841328" sldId="264"/>
            <ac:spMk id="2" creationId="{0E86E6B6-D217-DCBB-256B-E82B9BC1C53B}"/>
          </ac:spMkLst>
        </pc:spChg>
        <pc:spChg chg="mod">
          <ac:chgData name="Maxwell, Andre" userId="24f3e971-f6d1-4a2c-91f0-ff1b3394fdac" providerId="ADAL" clId="{181E771D-41FB-4ABB-835C-C984BAB448BD}" dt="2026-06-25T20:59:34.751" v="2670" actId="1076"/>
          <ac:spMkLst>
            <pc:docMk/>
            <pc:sldMk cId="3882841328" sldId="264"/>
            <ac:spMk id="3" creationId="{6302C94C-747F-35D0-4806-A0B1090C07B6}"/>
          </ac:spMkLst>
        </pc:spChg>
        <pc:spChg chg="del mod">
          <ac:chgData name="Maxwell, Andre" userId="24f3e971-f6d1-4a2c-91f0-ff1b3394fdac" providerId="ADAL" clId="{181E771D-41FB-4ABB-835C-C984BAB448BD}" dt="2026-06-25T20:57:57.432" v="2656" actId="21"/>
          <ac:spMkLst>
            <pc:docMk/>
            <pc:sldMk cId="3882841328" sldId="264"/>
            <ac:spMk id="4" creationId="{9BEE2E7C-26F5-1A6F-CF99-9D4EC63B5B69}"/>
          </ac:spMkLst>
        </pc:spChg>
        <pc:spChg chg="mod">
          <ac:chgData name="Maxwell, Andre" userId="24f3e971-f6d1-4a2c-91f0-ff1b3394fdac" providerId="ADAL" clId="{181E771D-41FB-4ABB-835C-C984BAB448BD}" dt="2026-06-25T20:59:48.213" v="2671" actId="1076"/>
          <ac:spMkLst>
            <pc:docMk/>
            <pc:sldMk cId="3882841328" sldId="264"/>
            <ac:spMk id="13" creationId="{D3F094DD-71E1-33DC-8688-A77B53359C28}"/>
          </ac:spMkLst>
        </pc:spChg>
        <pc:spChg chg="mod">
          <ac:chgData name="Maxwell, Andre" userId="24f3e971-f6d1-4a2c-91f0-ff1b3394fdac" providerId="ADAL" clId="{181E771D-41FB-4ABB-835C-C984BAB448BD}" dt="2026-06-25T20:57:00.833" v="2654" actId="20577"/>
          <ac:spMkLst>
            <pc:docMk/>
            <pc:sldMk cId="3882841328" sldId="264"/>
            <ac:spMk id="14" creationId="{AE234FB2-D0B5-4DE1-63A1-A4D9421A307C}"/>
          </ac:spMkLst>
        </pc:spChg>
        <pc:spChg chg="mod">
          <ac:chgData name="Maxwell, Andre" userId="24f3e971-f6d1-4a2c-91f0-ff1b3394fdac" providerId="ADAL" clId="{181E771D-41FB-4ABB-835C-C984BAB448BD}" dt="2026-06-25T20:59:48.213" v="2671" actId="1076"/>
          <ac:spMkLst>
            <pc:docMk/>
            <pc:sldMk cId="3882841328" sldId="264"/>
            <ac:spMk id="15" creationId="{EF96C893-58D9-0DBA-3B38-056ABDD178C7}"/>
          </ac:spMkLst>
        </pc:spChg>
        <pc:spChg chg="mod">
          <ac:chgData name="Maxwell, Andre" userId="24f3e971-f6d1-4a2c-91f0-ff1b3394fdac" providerId="ADAL" clId="{181E771D-41FB-4ABB-835C-C984BAB448BD}" dt="2026-06-25T20:56:50.610" v="2637"/>
          <ac:spMkLst>
            <pc:docMk/>
            <pc:sldMk cId="3882841328" sldId="264"/>
            <ac:spMk id="17" creationId="{6BD68EAF-4F94-472C-E53F-22177C815452}"/>
          </ac:spMkLst>
        </pc:spChg>
        <pc:spChg chg="mod">
          <ac:chgData name="Maxwell, Andre" userId="24f3e971-f6d1-4a2c-91f0-ff1b3394fdac" providerId="ADAL" clId="{181E771D-41FB-4ABB-835C-C984BAB448BD}" dt="2026-06-25T20:56:50.610" v="2637"/>
          <ac:spMkLst>
            <pc:docMk/>
            <pc:sldMk cId="3882841328" sldId="264"/>
            <ac:spMk id="18" creationId="{1067D8BB-41A9-85A7-2D7F-19B523AA3C10}"/>
          </ac:spMkLst>
        </pc:spChg>
        <pc:spChg chg="mod">
          <ac:chgData name="Maxwell, Andre" userId="24f3e971-f6d1-4a2c-91f0-ff1b3394fdac" providerId="ADAL" clId="{181E771D-41FB-4ABB-835C-C984BAB448BD}" dt="2026-06-25T20:59:22.278" v="2667"/>
          <ac:spMkLst>
            <pc:docMk/>
            <pc:sldMk cId="3882841328" sldId="264"/>
            <ac:spMk id="29" creationId="{D4F038CF-D25E-654C-03E1-549B0347CF26}"/>
          </ac:spMkLst>
        </pc:spChg>
        <pc:spChg chg="mod">
          <ac:chgData name="Maxwell, Andre" userId="24f3e971-f6d1-4a2c-91f0-ff1b3394fdac" providerId="ADAL" clId="{181E771D-41FB-4ABB-835C-C984BAB448BD}" dt="2026-06-25T20:59:22.278" v="2667"/>
          <ac:spMkLst>
            <pc:docMk/>
            <pc:sldMk cId="3882841328" sldId="264"/>
            <ac:spMk id="31" creationId="{19D19E90-F741-8648-1D47-1285ACE5F5CC}"/>
          </ac:spMkLst>
        </pc:spChg>
        <pc:spChg chg="mod">
          <ac:chgData name="Maxwell, Andre" userId="24f3e971-f6d1-4a2c-91f0-ff1b3394fdac" providerId="ADAL" clId="{181E771D-41FB-4ABB-835C-C984BAB448BD}" dt="2026-06-25T20:59:22.278" v="2667"/>
          <ac:spMkLst>
            <pc:docMk/>
            <pc:sldMk cId="3882841328" sldId="264"/>
            <ac:spMk id="32" creationId="{3CDD206C-ED7A-D513-75E9-B620216B577F}"/>
          </ac:spMkLst>
        </pc:spChg>
        <pc:spChg chg="mod">
          <ac:chgData name="Maxwell, Andre" userId="24f3e971-f6d1-4a2c-91f0-ff1b3394fdac" providerId="ADAL" clId="{181E771D-41FB-4ABB-835C-C984BAB448BD}" dt="2026-06-25T21:00:01.410" v="2683" actId="20577"/>
          <ac:spMkLst>
            <pc:docMk/>
            <pc:sldMk cId="3882841328" sldId="264"/>
            <ac:spMk id="36" creationId="{5C42D479-33FA-1339-B825-FF13CB458F24}"/>
          </ac:spMkLst>
        </pc:spChg>
        <pc:spChg chg="mod">
          <ac:chgData name="Maxwell, Andre" userId="24f3e971-f6d1-4a2c-91f0-ff1b3394fdac" providerId="ADAL" clId="{181E771D-41FB-4ABB-835C-C984BAB448BD}" dt="2026-06-25T20:59:50.793" v="2672"/>
          <ac:spMkLst>
            <pc:docMk/>
            <pc:sldMk cId="3882841328" sldId="264"/>
            <ac:spMk id="38" creationId="{3CDE9B8D-421E-CA30-1763-E5A115AB6332}"/>
          </ac:spMkLst>
        </pc:spChg>
        <pc:spChg chg="mod">
          <ac:chgData name="Maxwell, Andre" userId="24f3e971-f6d1-4a2c-91f0-ff1b3394fdac" providerId="ADAL" clId="{181E771D-41FB-4ABB-835C-C984BAB448BD}" dt="2026-06-25T21:01:05.665" v="2706" actId="20577"/>
          <ac:spMkLst>
            <pc:docMk/>
            <pc:sldMk cId="3882841328" sldId="264"/>
            <ac:spMk id="40" creationId="{0DAFBB9F-D1DF-B917-EBE2-2D10CEE1D024}"/>
          </ac:spMkLst>
        </pc:spChg>
        <pc:spChg chg="mod">
          <ac:chgData name="Maxwell, Andre" userId="24f3e971-f6d1-4a2c-91f0-ff1b3394fdac" providerId="ADAL" clId="{181E771D-41FB-4ABB-835C-C984BAB448BD}" dt="2026-06-25T21:00:52.138" v="2686"/>
          <ac:spMkLst>
            <pc:docMk/>
            <pc:sldMk cId="3882841328" sldId="264"/>
            <ac:spMk id="66" creationId="{0EF810FA-7A88-0CD3-FFA2-A48740A04C52}"/>
          </ac:spMkLst>
        </pc:spChg>
        <pc:spChg chg="mod">
          <ac:chgData name="Maxwell, Andre" userId="24f3e971-f6d1-4a2c-91f0-ff1b3394fdac" providerId="ADAL" clId="{181E771D-41FB-4ABB-835C-C984BAB448BD}" dt="2026-06-25T21:00:52.138" v="2686"/>
          <ac:spMkLst>
            <pc:docMk/>
            <pc:sldMk cId="3882841328" sldId="264"/>
            <ac:spMk id="67" creationId="{39CF7D33-A442-EA29-8EEC-5B233A56020D}"/>
          </ac:spMkLst>
        </pc:spChg>
        <pc:spChg chg="add mod">
          <ac:chgData name="Maxwell, Andre" userId="24f3e971-f6d1-4a2c-91f0-ff1b3394fdac" providerId="ADAL" clId="{181E771D-41FB-4ABB-835C-C984BAB448BD}" dt="2026-06-25T21:05:22.247" v="2848" actId="20577"/>
          <ac:spMkLst>
            <pc:docMk/>
            <pc:sldMk cId="3882841328" sldId="264"/>
            <ac:spMk id="75" creationId="{25A15379-E9AD-D438-2C5A-45BE4F5EBFF7}"/>
          </ac:spMkLst>
        </pc:spChg>
        <pc:grpChg chg="del mod">
          <ac:chgData name="Maxwell, Andre" userId="24f3e971-f6d1-4a2c-91f0-ff1b3394fdac" providerId="ADAL" clId="{181E771D-41FB-4ABB-835C-C984BAB448BD}" dt="2026-06-25T20:57:57.432" v="2656" actId="21"/>
          <ac:grpSpMkLst>
            <pc:docMk/>
            <pc:sldMk cId="3882841328" sldId="264"/>
            <ac:grpSpMk id="5" creationId="{F8CA35EB-B646-F2C9-A8D9-4BF27593F713}"/>
          </ac:grpSpMkLst>
        </pc:grpChg>
        <pc:grpChg chg="add del mod">
          <ac:chgData name="Maxwell, Andre" userId="24f3e971-f6d1-4a2c-91f0-ff1b3394fdac" providerId="ADAL" clId="{181E771D-41FB-4ABB-835C-C984BAB448BD}" dt="2026-06-25T21:00:12.214" v="2684" actId="478"/>
          <ac:grpSpMkLst>
            <pc:docMk/>
            <pc:sldMk cId="3882841328" sldId="264"/>
            <ac:grpSpMk id="11" creationId="{66543AF8-60B5-A54B-5A4A-0355AA106451}"/>
          </ac:grpSpMkLst>
        </pc:grpChg>
        <pc:grpChg chg="mod">
          <ac:chgData name="Maxwell, Andre" userId="24f3e971-f6d1-4a2c-91f0-ff1b3394fdac" providerId="ADAL" clId="{181E771D-41FB-4ABB-835C-C984BAB448BD}" dt="2026-06-25T20:56:50.610" v="2637"/>
          <ac:grpSpMkLst>
            <pc:docMk/>
            <pc:sldMk cId="3882841328" sldId="264"/>
            <ac:grpSpMk id="16" creationId="{3A30350A-FF11-BA99-18B5-786066BC443B}"/>
          </ac:grpSpMkLst>
        </pc:grpChg>
        <pc:grpChg chg="add mod">
          <ac:chgData name="Maxwell, Andre" userId="24f3e971-f6d1-4a2c-91f0-ff1b3394fdac" providerId="ADAL" clId="{181E771D-41FB-4ABB-835C-C984BAB448BD}" dt="2026-06-25T20:59:26.810" v="2668" actId="1076"/>
          <ac:grpSpMkLst>
            <pc:docMk/>
            <pc:sldMk cId="3882841328" sldId="264"/>
            <ac:grpSpMk id="28" creationId="{98F06E33-D196-5072-3BFA-7AECBAF208AB}"/>
          </ac:grpSpMkLst>
        </pc:grpChg>
        <pc:grpChg chg="mod">
          <ac:chgData name="Maxwell, Andre" userId="24f3e971-f6d1-4a2c-91f0-ff1b3394fdac" providerId="ADAL" clId="{181E771D-41FB-4ABB-835C-C984BAB448BD}" dt="2026-06-25T20:59:22.278" v="2667"/>
          <ac:grpSpMkLst>
            <pc:docMk/>
            <pc:sldMk cId="3882841328" sldId="264"/>
            <ac:grpSpMk id="30" creationId="{6A4B8E1C-57FD-168B-EA56-2F908885EEB0}"/>
          </ac:grpSpMkLst>
        </pc:grpChg>
        <pc:grpChg chg="add mod">
          <ac:chgData name="Maxwell, Andre" userId="24f3e971-f6d1-4a2c-91f0-ff1b3394fdac" providerId="ADAL" clId="{181E771D-41FB-4ABB-835C-C984BAB448BD}" dt="2026-06-25T20:59:54.266" v="2673" actId="1076"/>
          <ac:grpSpMkLst>
            <pc:docMk/>
            <pc:sldMk cId="3882841328" sldId="264"/>
            <ac:grpSpMk id="34" creationId="{323696F7-EB68-2358-BA88-480C47A5BFCF}"/>
          </ac:grpSpMkLst>
        </pc:grpChg>
        <pc:grpChg chg="add mod">
          <ac:chgData name="Maxwell, Andre" userId="24f3e971-f6d1-4a2c-91f0-ff1b3394fdac" providerId="ADAL" clId="{181E771D-41FB-4ABB-835C-C984BAB448BD}" dt="2026-06-25T21:00:56.525" v="2687" actId="1076"/>
          <ac:grpSpMkLst>
            <pc:docMk/>
            <pc:sldMk cId="3882841328" sldId="264"/>
            <ac:grpSpMk id="39" creationId="{A3C18A07-27D7-3849-16FD-3FF6937645E1}"/>
          </ac:grpSpMkLst>
        </pc:grpChg>
        <pc:grpChg chg="del mod">
          <ac:chgData name="Maxwell, Andre" userId="24f3e971-f6d1-4a2c-91f0-ff1b3394fdac" providerId="ADAL" clId="{181E771D-41FB-4ABB-835C-C984BAB448BD}" dt="2026-06-25T20:57:57.432" v="2656" actId="21"/>
          <ac:grpSpMkLst>
            <pc:docMk/>
            <pc:sldMk cId="3882841328" sldId="264"/>
            <ac:grpSpMk id="44" creationId="{FF0B5BC5-B47F-3AC9-2426-F69305342014}"/>
          </ac:grpSpMkLst>
        </pc:grpChg>
        <pc:grpChg chg="mod">
          <ac:chgData name="Maxwell, Andre" userId="24f3e971-f6d1-4a2c-91f0-ff1b3394fdac" providerId="ADAL" clId="{181E771D-41FB-4ABB-835C-C984BAB448BD}" dt="2026-06-25T21:00:52.138" v="2686"/>
          <ac:grpSpMkLst>
            <pc:docMk/>
            <pc:sldMk cId="3882841328" sldId="264"/>
            <ac:grpSpMk id="64" creationId="{C7B56FEE-5A71-4DBD-9B49-E46F0C2C5462}"/>
          </ac:grpSpMkLst>
        </pc:grpChg>
        <pc:grpChg chg="mod">
          <ac:chgData name="Maxwell, Andre" userId="24f3e971-f6d1-4a2c-91f0-ff1b3394fdac" providerId="ADAL" clId="{181E771D-41FB-4ABB-835C-C984BAB448BD}" dt="2026-06-25T20:59:34.751" v="2670" actId="1076"/>
          <ac:grpSpMkLst>
            <pc:docMk/>
            <pc:sldMk cId="3882841328" sldId="264"/>
            <ac:grpSpMk id="77" creationId="{63D4986D-3C2A-CA66-9B9B-17282BABEC73}"/>
          </ac:grpSpMkLst>
        </pc:grpChg>
        <pc:grpChg chg="mod">
          <ac:chgData name="Maxwell, Andre" userId="24f3e971-f6d1-4a2c-91f0-ff1b3394fdac" providerId="ADAL" clId="{181E771D-41FB-4ABB-835C-C984BAB448BD}" dt="2026-06-25T20:59:48.213" v="2671" actId="1076"/>
          <ac:grpSpMkLst>
            <pc:docMk/>
            <pc:sldMk cId="3882841328" sldId="264"/>
            <ac:grpSpMk id="86" creationId="{F487B2F3-3291-66B8-9119-30A9134496FD}"/>
          </ac:grpSpMkLst>
        </pc:grpChg>
        <pc:grpChg chg="mod">
          <ac:chgData name="Maxwell, Andre" userId="24f3e971-f6d1-4a2c-91f0-ff1b3394fdac" providerId="ADAL" clId="{181E771D-41FB-4ABB-835C-C984BAB448BD}" dt="2026-06-25T20:59:48.213" v="2671" actId="1076"/>
          <ac:grpSpMkLst>
            <pc:docMk/>
            <pc:sldMk cId="3882841328" sldId="264"/>
            <ac:grpSpMk id="89" creationId="{714BCAFD-BF33-549C-171A-27DAB78A1C0B}"/>
          </ac:grpSpMkLst>
        </pc:grpChg>
        <pc:grpChg chg="mod">
          <ac:chgData name="Maxwell, Andre" userId="24f3e971-f6d1-4a2c-91f0-ff1b3394fdac" providerId="ADAL" clId="{181E771D-41FB-4ABB-835C-C984BAB448BD}" dt="2026-06-25T20:59:48.213" v="2671" actId="1076"/>
          <ac:grpSpMkLst>
            <pc:docMk/>
            <pc:sldMk cId="3882841328" sldId="264"/>
            <ac:grpSpMk id="98" creationId="{F7504686-5247-D903-D647-DA70FBC7FAA7}"/>
          </ac:grpSpMkLst>
        </pc:grpChg>
        <pc:grpChg chg="mod">
          <ac:chgData name="Maxwell, Andre" userId="24f3e971-f6d1-4a2c-91f0-ff1b3394fdac" providerId="ADAL" clId="{181E771D-41FB-4ABB-835C-C984BAB448BD}" dt="2026-06-25T20:59:48.213" v="2671" actId="1076"/>
          <ac:grpSpMkLst>
            <pc:docMk/>
            <pc:sldMk cId="3882841328" sldId="264"/>
            <ac:grpSpMk id="105" creationId="{CCA64161-C018-8ADC-D827-D01CC33D0785}"/>
          </ac:grpSpMkLst>
        </pc:grpChg>
        <pc:grpChg chg="mod">
          <ac:chgData name="Maxwell, Andre" userId="24f3e971-f6d1-4a2c-91f0-ff1b3394fdac" providerId="ADAL" clId="{181E771D-41FB-4ABB-835C-C984BAB448BD}" dt="2026-06-25T20:59:48.213" v="2671" actId="1076"/>
          <ac:grpSpMkLst>
            <pc:docMk/>
            <pc:sldMk cId="3882841328" sldId="264"/>
            <ac:grpSpMk id="111" creationId="{AD5C649E-9D3F-53A4-DB98-82DE4C4FEFFC}"/>
          </ac:grpSpMkLst>
        </pc:grpChg>
        <pc:grpChg chg="mod">
          <ac:chgData name="Maxwell, Andre" userId="24f3e971-f6d1-4a2c-91f0-ff1b3394fdac" providerId="ADAL" clId="{181E771D-41FB-4ABB-835C-C984BAB448BD}" dt="2026-06-25T21:00:48.919" v="2685" actId="1076"/>
          <ac:grpSpMkLst>
            <pc:docMk/>
            <pc:sldMk cId="3882841328" sldId="264"/>
            <ac:grpSpMk id="117" creationId="{4C7509C1-EA84-0AF4-9299-DCD23382C992}"/>
          </ac:grpSpMkLst>
        </pc:grpChg>
        <pc:grpChg chg="del mod">
          <ac:chgData name="Maxwell, Andre" userId="24f3e971-f6d1-4a2c-91f0-ff1b3394fdac" providerId="ADAL" clId="{181E771D-41FB-4ABB-835C-C984BAB448BD}" dt="2026-06-25T20:57:57.432" v="2656" actId="21"/>
          <ac:grpSpMkLst>
            <pc:docMk/>
            <pc:sldMk cId="3882841328" sldId="264"/>
            <ac:grpSpMk id="135" creationId="{6A5E88B2-E2FE-C70D-6CE8-0FE752B0B431}"/>
          </ac:grpSpMkLst>
        </pc:grpChg>
        <pc:grpChg chg="mod">
          <ac:chgData name="Maxwell, Andre" userId="24f3e971-f6d1-4a2c-91f0-ff1b3394fdac" providerId="ADAL" clId="{181E771D-41FB-4ABB-835C-C984BAB448BD}" dt="2026-06-25T20:59:48.213" v="2671" actId="1076"/>
          <ac:grpSpMkLst>
            <pc:docMk/>
            <pc:sldMk cId="3882841328" sldId="264"/>
            <ac:grpSpMk id="141" creationId="{28DF816A-AAFC-787E-6A39-CB140C9B7299}"/>
          </ac:grpSpMkLst>
        </pc:grpChg>
        <pc:grpChg chg="del mod">
          <ac:chgData name="Maxwell, Andre" userId="24f3e971-f6d1-4a2c-91f0-ff1b3394fdac" providerId="ADAL" clId="{181E771D-41FB-4ABB-835C-C984BAB448BD}" dt="2026-06-25T20:57:57.432" v="2656" actId="21"/>
          <ac:grpSpMkLst>
            <pc:docMk/>
            <pc:sldMk cId="3882841328" sldId="264"/>
            <ac:grpSpMk id="147" creationId="{3F16A9B3-E22B-C5F7-3354-51A830469D28}"/>
          </ac:grpSpMkLst>
        </pc:grpChg>
        <pc:grpChg chg="del mod">
          <ac:chgData name="Maxwell, Andre" userId="24f3e971-f6d1-4a2c-91f0-ff1b3394fdac" providerId="ADAL" clId="{181E771D-41FB-4ABB-835C-C984BAB448BD}" dt="2026-06-25T20:57:57.432" v="2656" actId="21"/>
          <ac:grpSpMkLst>
            <pc:docMk/>
            <pc:sldMk cId="3882841328" sldId="264"/>
            <ac:grpSpMk id="153" creationId="{0D112900-C4D6-1B49-1B02-AF6D93E4A92C}"/>
          </ac:grpSpMkLst>
        </pc:grpChg>
        <pc:grpChg chg="del mod">
          <ac:chgData name="Maxwell, Andre" userId="24f3e971-f6d1-4a2c-91f0-ff1b3394fdac" providerId="ADAL" clId="{181E771D-41FB-4ABB-835C-C984BAB448BD}" dt="2026-06-25T20:57:57.432" v="2656" actId="21"/>
          <ac:grpSpMkLst>
            <pc:docMk/>
            <pc:sldMk cId="3882841328" sldId="264"/>
            <ac:grpSpMk id="159" creationId="{DF0922EE-8D51-F715-9F2C-D73B02117546}"/>
          </ac:grpSpMkLst>
        </pc:grpChg>
        <pc:grpChg chg="del">
          <ac:chgData name="Maxwell, Andre" userId="24f3e971-f6d1-4a2c-91f0-ff1b3394fdac" providerId="ADAL" clId="{181E771D-41FB-4ABB-835C-C984BAB448BD}" dt="2026-06-25T20:56:37.501" v="2635" actId="478"/>
          <ac:grpSpMkLst>
            <pc:docMk/>
            <pc:sldMk cId="3882841328" sldId="264"/>
            <ac:grpSpMk id="170" creationId="{D871C07F-F273-83E2-5F75-66433167F3CC}"/>
          </ac:grpSpMkLst>
        </pc:grpChg>
        <pc:cxnChg chg="mod">
          <ac:chgData name="Maxwell, Andre" userId="24f3e971-f6d1-4a2c-91f0-ff1b3394fdac" providerId="ADAL" clId="{181E771D-41FB-4ABB-835C-C984BAB448BD}" dt="2026-06-25T20:56:50.610" v="2637"/>
          <ac:cxnSpMkLst>
            <pc:docMk/>
            <pc:sldMk cId="3882841328" sldId="264"/>
            <ac:cxnSpMk id="19" creationId="{2EB335FB-62A7-3FC8-BDAE-ABF111E5C92A}"/>
          </ac:cxnSpMkLst>
        </pc:cxnChg>
        <pc:cxnChg chg="add del mod">
          <ac:chgData name="Maxwell, Andre" userId="24f3e971-f6d1-4a2c-91f0-ff1b3394fdac" providerId="ADAL" clId="{181E771D-41FB-4ABB-835C-C984BAB448BD}" dt="2026-06-25T20:59:28.591" v="2669" actId="478"/>
          <ac:cxnSpMkLst>
            <pc:docMk/>
            <pc:sldMk cId="3882841328" sldId="264"/>
            <ac:cxnSpMk id="20" creationId="{6248361D-A8CA-D238-D531-4069DDE0DA8D}"/>
          </ac:cxnSpMkLst>
        </pc:cxnChg>
        <pc:cxnChg chg="add mod">
          <ac:chgData name="Maxwell, Andre" userId="24f3e971-f6d1-4a2c-91f0-ff1b3394fdac" providerId="ADAL" clId="{181E771D-41FB-4ABB-835C-C984BAB448BD}" dt="2026-06-25T20:59:26.810" v="2668" actId="1076"/>
          <ac:cxnSpMkLst>
            <pc:docMk/>
            <pc:sldMk cId="3882841328" sldId="264"/>
            <ac:cxnSpMk id="21" creationId="{701CE31B-1814-1AE4-FB71-000E11142005}"/>
          </ac:cxnSpMkLst>
        </pc:cxnChg>
        <pc:cxnChg chg="mod">
          <ac:chgData name="Maxwell, Andre" userId="24f3e971-f6d1-4a2c-91f0-ff1b3394fdac" providerId="ADAL" clId="{181E771D-41FB-4ABB-835C-C984BAB448BD}" dt="2026-06-25T20:59:22.278" v="2667"/>
          <ac:cxnSpMkLst>
            <pc:docMk/>
            <pc:sldMk cId="3882841328" sldId="264"/>
            <ac:cxnSpMk id="33" creationId="{7203441B-47C7-D3D2-5E36-7315D96EFF4A}"/>
          </ac:cxnSpMkLst>
        </pc:cxnChg>
        <pc:cxnChg chg="mod">
          <ac:chgData name="Maxwell, Andre" userId="24f3e971-f6d1-4a2c-91f0-ff1b3394fdac" providerId="ADAL" clId="{181E771D-41FB-4ABB-835C-C984BAB448BD}" dt="2026-06-25T21:00:52.138" v="2686"/>
          <ac:cxnSpMkLst>
            <pc:docMk/>
            <pc:sldMk cId="3882841328" sldId="264"/>
            <ac:cxnSpMk id="74" creationId="{CE00D0F4-CFB5-9099-7371-F1A5FE85F801}"/>
          </ac:cxnSpMkLst>
        </pc:cxnChg>
        <pc:cxnChg chg="del mod">
          <ac:chgData name="Maxwell, Andre" userId="24f3e971-f6d1-4a2c-91f0-ff1b3394fdac" providerId="ADAL" clId="{181E771D-41FB-4ABB-835C-C984BAB448BD}" dt="2026-06-25T20:57:57.432" v="2656" actId="21"/>
          <ac:cxnSpMkLst>
            <pc:docMk/>
            <pc:sldMk cId="3882841328" sldId="264"/>
            <ac:cxnSpMk id="168" creationId="{4D422894-C785-4812-A41E-3AEF3950F37C}"/>
          </ac:cxnSpMkLst>
        </pc:cxnChg>
        <pc:cxnChg chg="del">
          <ac:chgData name="Maxwell, Andre" userId="24f3e971-f6d1-4a2c-91f0-ff1b3394fdac" providerId="ADAL" clId="{181E771D-41FB-4ABB-835C-C984BAB448BD}" dt="2026-06-25T20:56:37.501" v="2635" actId="478"/>
          <ac:cxnSpMkLst>
            <pc:docMk/>
            <pc:sldMk cId="3882841328" sldId="264"/>
            <ac:cxnSpMk id="169" creationId="{E55BAF59-FE69-5BF9-5B1D-917FA9E10D5A}"/>
          </ac:cxnSpMkLst>
        </pc:cxnChg>
      </pc:sldChg>
      <pc:sldChg chg="add del">
        <pc:chgData name="Maxwell, Andre" userId="24f3e971-f6d1-4a2c-91f0-ff1b3394fdac" providerId="ADAL" clId="{181E771D-41FB-4ABB-835C-C984BAB448BD}" dt="2026-06-25T20:57:13.074" v="2655" actId="47"/>
        <pc:sldMkLst>
          <pc:docMk/>
          <pc:sldMk cId="3562099580" sldId="265"/>
        </pc:sldMkLst>
      </pc:sldChg>
      <pc:sldChg chg="modSp add mod">
        <pc:chgData name="Maxwell, Andre" userId="24f3e971-f6d1-4a2c-91f0-ff1b3394fdac" providerId="ADAL" clId="{181E771D-41FB-4ABB-835C-C984BAB448BD}" dt="2026-06-25T20:41:48.757" v="2272" actId="20577"/>
        <pc:sldMkLst>
          <pc:docMk/>
          <pc:sldMk cId="1787397587" sldId="266"/>
        </pc:sldMkLst>
        <pc:spChg chg="mod">
          <ac:chgData name="Maxwell, Andre" userId="24f3e971-f6d1-4a2c-91f0-ff1b3394fdac" providerId="ADAL" clId="{181E771D-41FB-4ABB-835C-C984BAB448BD}" dt="2026-06-25T20:41:48.757" v="2272" actId="20577"/>
          <ac:spMkLst>
            <pc:docMk/>
            <pc:sldMk cId="1787397587" sldId="266"/>
            <ac:spMk id="2" creationId="{340456D2-CC9D-5E0D-38D0-3FAF3E207DDB}"/>
          </ac:spMkLst>
        </pc:spChg>
      </pc:sldChg>
      <pc:sldChg chg="modSp add mod">
        <pc:chgData name="Maxwell, Andre" userId="24f3e971-f6d1-4a2c-91f0-ff1b3394fdac" providerId="ADAL" clId="{181E771D-41FB-4ABB-835C-C984BAB448BD}" dt="2026-06-25T20:47:03.758" v="2417" actId="20577"/>
        <pc:sldMkLst>
          <pc:docMk/>
          <pc:sldMk cId="1645214644" sldId="267"/>
        </pc:sldMkLst>
        <pc:spChg chg="mod">
          <ac:chgData name="Maxwell, Andre" userId="24f3e971-f6d1-4a2c-91f0-ff1b3394fdac" providerId="ADAL" clId="{181E771D-41FB-4ABB-835C-C984BAB448BD}" dt="2026-06-25T20:47:03.758" v="2417" actId="20577"/>
          <ac:spMkLst>
            <pc:docMk/>
            <pc:sldMk cId="1645214644" sldId="267"/>
            <ac:spMk id="2" creationId="{FD029467-F577-03BB-EE51-02B408B3035D}"/>
          </ac:spMkLst>
        </pc:spChg>
      </pc:sldChg>
      <pc:sldChg chg="addSp delSp modSp add mod">
        <pc:chgData name="Maxwell, Andre" userId="24f3e971-f6d1-4a2c-91f0-ff1b3394fdac" providerId="ADAL" clId="{181E771D-41FB-4ABB-835C-C984BAB448BD}" dt="2026-06-25T20:53:37.488" v="2634" actId="14100"/>
        <pc:sldMkLst>
          <pc:docMk/>
          <pc:sldMk cId="2757616125" sldId="268"/>
        </pc:sldMkLst>
        <pc:spChg chg="del">
          <ac:chgData name="Maxwell, Andre" userId="24f3e971-f6d1-4a2c-91f0-ff1b3394fdac" providerId="ADAL" clId="{181E771D-41FB-4ABB-835C-C984BAB448BD}" dt="2026-06-25T20:43:08.108" v="2307" actId="478"/>
          <ac:spMkLst>
            <pc:docMk/>
            <pc:sldMk cId="2757616125" sldId="268"/>
            <ac:spMk id="2" creationId="{9242CF91-1882-9EA3-B313-C960EFD05909}"/>
          </ac:spMkLst>
        </pc:spChg>
        <pc:spChg chg="del">
          <ac:chgData name="Maxwell, Andre" userId="24f3e971-f6d1-4a2c-91f0-ff1b3394fdac" providerId="ADAL" clId="{181E771D-41FB-4ABB-835C-C984BAB448BD}" dt="2026-06-25T20:44:01.338" v="2344" actId="478"/>
          <ac:spMkLst>
            <pc:docMk/>
            <pc:sldMk cId="2757616125" sldId="268"/>
            <ac:spMk id="3" creationId="{96576111-6DDE-7473-079C-0946508D62AE}"/>
          </ac:spMkLst>
        </pc:spChg>
        <pc:spChg chg="del">
          <ac:chgData name="Maxwell, Andre" userId="24f3e971-f6d1-4a2c-91f0-ff1b3394fdac" providerId="ADAL" clId="{181E771D-41FB-4ABB-835C-C984BAB448BD}" dt="2026-06-25T20:44:03.885" v="2346" actId="478"/>
          <ac:spMkLst>
            <pc:docMk/>
            <pc:sldMk cId="2757616125" sldId="268"/>
            <ac:spMk id="4" creationId="{6A11482A-7CAF-D0CD-91F4-BAC46DFCBEC1}"/>
          </ac:spMkLst>
        </pc:spChg>
        <pc:spChg chg="del">
          <ac:chgData name="Maxwell, Andre" userId="24f3e971-f6d1-4a2c-91f0-ff1b3394fdac" providerId="ADAL" clId="{181E771D-41FB-4ABB-835C-C984BAB448BD}" dt="2026-06-25T20:43:20.628" v="2313" actId="478"/>
          <ac:spMkLst>
            <pc:docMk/>
            <pc:sldMk cId="2757616125" sldId="268"/>
            <ac:spMk id="13" creationId="{E9F3F9F4-FD8F-F9C2-F266-939235493803}"/>
          </ac:spMkLst>
        </pc:spChg>
        <pc:spChg chg="mod">
          <ac:chgData name="Maxwell, Andre" userId="24f3e971-f6d1-4a2c-91f0-ff1b3394fdac" providerId="ADAL" clId="{181E771D-41FB-4ABB-835C-C984BAB448BD}" dt="2026-06-25T20:46:42.904" v="2408" actId="20577"/>
          <ac:spMkLst>
            <pc:docMk/>
            <pc:sldMk cId="2757616125" sldId="268"/>
            <ac:spMk id="14" creationId="{0988AC69-271C-0B5E-8BD6-5C8938FB543C}"/>
          </ac:spMkLst>
        </pc:spChg>
        <pc:spChg chg="del">
          <ac:chgData name="Maxwell, Andre" userId="24f3e971-f6d1-4a2c-91f0-ff1b3394fdac" providerId="ADAL" clId="{181E771D-41FB-4ABB-835C-C984BAB448BD}" dt="2026-06-25T20:43:20.628" v="2313" actId="478"/>
          <ac:spMkLst>
            <pc:docMk/>
            <pc:sldMk cId="2757616125" sldId="268"/>
            <ac:spMk id="15" creationId="{C68512D6-D091-B03B-577A-15854E53D5CA}"/>
          </ac:spMkLst>
        </pc:spChg>
        <pc:spChg chg="mod">
          <ac:chgData name="Maxwell, Andre" userId="24f3e971-f6d1-4a2c-91f0-ff1b3394fdac" providerId="ADAL" clId="{181E771D-41FB-4ABB-835C-C984BAB448BD}" dt="2026-06-25T20:46:47.807" v="2414" actId="20577"/>
          <ac:spMkLst>
            <pc:docMk/>
            <pc:sldMk cId="2757616125" sldId="268"/>
            <ac:spMk id="17" creationId="{3DA05432-C930-7385-67B3-796FA06A6951}"/>
          </ac:spMkLst>
        </pc:spChg>
        <pc:spChg chg="mod">
          <ac:chgData name="Maxwell, Andre" userId="24f3e971-f6d1-4a2c-91f0-ff1b3394fdac" providerId="ADAL" clId="{181E771D-41FB-4ABB-835C-C984BAB448BD}" dt="2026-06-25T20:46:36.428" v="2396"/>
          <ac:spMkLst>
            <pc:docMk/>
            <pc:sldMk cId="2757616125" sldId="268"/>
            <ac:spMk id="18" creationId="{217D6875-62C4-E463-FCDA-596AA4E2B51A}"/>
          </ac:spMkLst>
        </pc:spChg>
        <pc:spChg chg="mod">
          <ac:chgData name="Maxwell, Andre" userId="24f3e971-f6d1-4a2c-91f0-ff1b3394fdac" providerId="ADAL" clId="{181E771D-41FB-4ABB-835C-C984BAB448BD}" dt="2026-06-25T20:51:43.660" v="2611" actId="1076"/>
          <ac:spMkLst>
            <pc:docMk/>
            <pc:sldMk cId="2757616125" sldId="268"/>
            <ac:spMk id="21" creationId="{2AEF56B4-2B9F-D290-2571-C03014EEF4E9}"/>
          </ac:spMkLst>
        </pc:spChg>
        <pc:spChg chg="mod">
          <ac:chgData name="Maxwell, Andre" userId="24f3e971-f6d1-4a2c-91f0-ff1b3394fdac" providerId="ADAL" clId="{181E771D-41FB-4ABB-835C-C984BAB448BD}" dt="2026-06-25T20:48:02.607" v="2423" actId="14100"/>
          <ac:spMkLst>
            <pc:docMk/>
            <pc:sldMk cId="2757616125" sldId="268"/>
            <ac:spMk id="28" creationId="{CF8B73EF-42F6-086E-C080-CBFC167F2704}"/>
          </ac:spMkLst>
        </pc:spChg>
        <pc:spChg chg="mod">
          <ac:chgData name="Maxwell, Andre" userId="24f3e971-f6d1-4a2c-91f0-ff1b3394fdac" providerId="ADAL" clId="{181E771D-41FB-4ABB-835C-C984BAB448BD}" dt="2026-06-25T20:51:23.589" v="2606" actId="1076"/>
          <ac:spMkLst>
            <pc:docMk/>
            <pc:sldMk cId="2757616125" sldId="268"/>
            <ac:spMk id="30" creationId="{340EAB1B-F495-A081-02B0-D9FE382A56E6}"/>
          </ac:spMkLst>
        </pc:spChg>
        <pc:spChg chg="mod">
          <ac:chgData name="Maxwell, Andre" userId="24f3e971-f6d1-4a2c-91f0-ff1b3394fdac" providerId="ADAL" clId="{181E771D-41FB-4ABB-835C-C984BAB448BD}" dt="2026-06-25T20:48:53.522" v="2443" actId="1076"/>
          <ac:spMkLst>
            <pc:docMk/>
            <pc:sldMk cId="2757616125" sldId="268"/>
            <ac:spMk id="32" creationId="{285D9205-8BA3-CAB2-B991-7EA2886051AC}"/>
          </ac:spMkLst>
        </pc:spChg>
        <pc:spChg chg="del mod">
          <ac:chgData name="Maxwell, Andre" userId="24f3e971-f6d1-4a2c-91f0-ff1b3394fdac" providerId="ADAL" clId="{181E771D-41FB-4ABB-835C-C984BAB448BD}" dt="2026-06-25T20:48:58.037" v="2445" actId="478"/>
          <ac:spMkLst>
            <pc:docMk/>
            <pc:sldMk cId="2757616125" sldId="268"/>
            <ac:spMk id="33" creationId="{ABC80C60-D80C-4726-DAF2-1E1E96AC3CFC}"/>
          </ac:spMkLst>
        </pc:spChg>
        <pc:spChg chg="add mod">
          <ac:chgData name="Maxwell, Andre" userId="24f3e971-f6d1-4a2c-91f0-ff1b3394fdac" providerId="ADAL" clId="{181E771D-41FB-4ABB-835C-C984BAB448BD}" dt="2026-06-25T20:51:40.047" v="2609" actId="1076"/>
          <ac:spMkLst>
            <pc:docMk/>
            <pc:sldMk cId="2757616125" sldId="268"/>
            <ac:spMk id="36" creationId="{B1875143-4648-DAF0-0156-A6C875FA7D34}"/>
          </ac:spMkLst>
        </pc:spChg>
        <pc:spChg chg="mod">
          <ac:chgData name="Maxwell, Andre" userId="24f3e971-f6d1-4a2c-91f0-ff1b3394fdac" providerId="ADAL" clId="{181E771D-41FB-4ABB-835C-C984BAB448BD}" dt="2026-06-25T20:51:20.669" v="2605" actId="1076"/>
          <ac:spMkLst>
            <pc:docMk/>
            <pc:sldMk cId="2757616125" sldId="268"/>
            <ac:spMk id="39" creationId="{B6E8C458-85BC-3D0A-63A2-4C5A6FA36EA1}"/>
          </ac:spMkLst>
        </pc:spChg>
        <pc:spChg chg="mod">
          <ac:chgData name="Maxwell, Andre" userId="24f3e971-f6d1-4a2c-91f0-ff1b3394fdac" providerId="ADAL" clId="{181E771D-41FB-4ABB-835C-C984BAB448BD}" dt="2026-06-25T20:50:54.761" v="2580"/>
          <ac:spMkLst>
            <pc:docMk/>
            <pc:sldMk cId="2757616125" sldId="268"/>
            <ac:spMk id="40" creationId="{4BE3E525-E030-07BB-16C1-4C5456638AD4}"/>
          </ac:spMkLst>
        </pc:spChg>
        <pc:spChg chg="mod">
          <ac:chgData name="Maxwell, Andre" userId="24f3e971-f6d1-4a2c-91f0-ff1b3394fdac" providerId="ADAL" clId="{181E771D-41FB-4ABB-835C-C984BAB448BD}" dt="2026-06-25T20:53:02.232" v="2614" actId="6549"/>
          <ac:spMkLst>
            <pc:docMk/>
            <pc:sldMk cId="2757616125" sldId="268"/>
            <ac:spMk id="63" creationId="{E6960DEC-EB27-7333-0206-F322E1F66483}"/>
          </ac:spMkLst>
        </pc:spChg>
        <pc:spChg chg="add mod">
          <ac:chgData name="Maxwell, Andre" userId="24f3e971-f6d1-4a2c-91f0-ff1b3394fdac" providerId="ADAL" clId="{181E771D-41FB-4ABB-835C-C984BAB448BD}" dt="2026-06-25T20:53:37.488" v="2634" actId="14100"/>
          <ac:spMkLst>
            <pc:docMk/>
            <pc:sldMk cId="2757616125" sldId="268"/>
            <ac:spMk id="64" creationId="{C6E6B83B-CF69-CBD5-2895-311259938BC5}"/>
          </ac:spMkLst>
        </pc:spChg>
        <pc:spChg chg="mod">
          <ac:chgData name="Maxwell, Andre" userId="24f3e971-f6d1-4a2c-91f0-ff1b3394fdac" providerId="ADAL" clId="{181E771D-41FB-4ABB-835C-C984BAB448BD}" dt="2026-06-25T20:53:05.187" v="2618" actId="20577"/>
          <ac:spMkLst>
            <pc:docMk/>
            <pc:sldMk cId="2757616125" sldId="268"/>
            <ac:spMk id="65" creationId="{89714109-19D2-681E-4BA2-53B8BA4477AF}"/>
          </ac:spMkLst>
        </pc:spChg>
        <pc:spChg chg="del topLvl">
          <ac:chgData name="Maxwell, Andre" userId="24f3e971-f6d1-4a2c-91f0-ff1b3394fdac" providerId="ADAL" clId="{181E771D-41FB-4ABB-835C-C984BAB448BD}" dt="2026-06-25T20:44:11.001" v="2348" actId="478"/>
          <ac:spMkLst>
            <pc:docMk/>
            <pc:sldMk cId="2757616125" sldId="268"/>
            <ac:spMk id="118" creationId="{F18445BF-9502-0E48-EF50-6A62B767DC5C}"/>
          </ac:spMkLst>
        </pc:spChg>
        <pc:spChg chg="del">
          <ac:chgData name="Maxwell, Andre" userId="24f3e971-f6d1-4a2c-91f0-ff1b3394fdac" providerId="ADAL" clId="{181E771D-41FB-4ABB-835C-C984BAB448BD}" dt="2026-06-25T20:43:11.578" v="2310" actId="478"/>
          <ac:spMkLst>
            <pc:docMk/>
            <pc:sldMk cId="2757616125" sldId="268"/>
            <ac:spMk id="120" creationId="{3E4E08AC-18A8-4846-A1D0-7C0737EF29F5}"/>
          </ac:spMkLst>
        </pc:spChg>
        <pc:spChg chg="del mod topLvl">
          <ac:chgData name="Maxwell, Andre" userId="24f3e971-f6d1-4a2c-91f0-ff1b3394fdac" providerId="ADAL" clId="{181E771D-41FB-4ABB-835C-C984BAB448BD}" dt="2026-06-25T20:44:22.193" v="2352" actId="478"/>
          <ac:spMkLst>
            <pc:docMk/>
            <pc:sldMk cId="2757616125" sldId="268"/>
            <ac:spMk id="154" creationId="{F9A2473C-D1AE-10AE-2AFA-0677497AD0B5}"/>
          </ac:spMkLst>
        </pc:spChg>
        <pc:spChg chg="del mod topLvl">
          <ac:chgData name="Maxwell, Andre" userId="24f3e971-f6d1-4a2c-91f0-ff1b3394fdac" providerId="ADAL" clId="{181E771D-41FB-4ABB-835C-C984BAB448BD}" dt="2026-06-25T20:47:54.247" v="2420" actId="478"/>
          <ac:spMkLst>
            <pc:docMk/>
            <pc:sldMk cId="2757616125" sldId="268"/>
            <ac:spMk id="156" creationId="{8F9EED04-7692-5BDC-ACA1-0A58D9AF6B8E}"/>
          </ac:spMkLst>
        </pc:spChg>
        <pc:spChg chg="del">
          <ac:chgData name="Maxwell, Andre" userId="24f3e971-f6d1-4a2c-91f0-ff1b3394fdac" providerId="ADAL" clId="{181E771D-41FB-4ABB-835C-C984BAB448BD}" dt="2026-06-25T20:43:47.928" v="2337" actId="478"/>
          <ac:spMkLst>
            <pc:docMk/>
            <pc:sldMk cId="2757616125" sldId="268"/>
            <ac:spMk id="157" creationId="{0D331FF7-4B9A-DE89-A88B-2D9276838377}"/>
          </ac:spMkLst>
        </pc:spChg>
        <pc:spChg chg="mod">
          <ac:chgData name="Maxwell, Andre" userId="24f3e971-f6d1-4a2c-91f0-ff1b3394fdac" providerId="ADAL" clId="{181E771D-41FB-4ABB-835C-C984BAB448BD}" dt="2026-06-25T20:49:58.983" v="2490" actId="20577"/>
          <ac:spMkLst>
            <pc:docMk/>
            <pc:sldMk cId="2757616125" sldId="268"/>
            <ac:spMk id="160" creationId="{131360FA-8912-C43A-F533-2D7D14378E14}"/>
          </ac:spMkLst>
        </pc:spChg>
        <pc:spChg chg="mod">
          <ac:chgData name="Maxwell, Andre" userId="24f3e971-f6d1-4a2c-91f0-ff1b3394fdac" providerId="ADAL" clId="{181E771D-41FB-4ABB-835C-C984BAB448BD}" dt="2026-06-25T20:43:32.595" v="2318" actId="20577"/>
          <ac:spMkLst>
            <pc:docMk/>
            <pc:sldMk cId="2757616125" sldId="268"/>
            <ac:spMk id="162" creationId="{26BED1C7-6F28-9D9F-E0EB-34661A2553D1}"/>
          </ac:spMkLst>
        </pc:spChg>
        <pc:grpChg chg="del">
          <ac:chgData name="Maxwell, Andre" userId="24f3e971-f6d1-4a2c-91f0-ff1b3394fdac" providerId="ADAL" clId="{181E771D-41FB-4ABB-835C-C984BAB448BD}" dt="2026-06-25T20:43:20.628" v="2313" actId="478"/>
          <ac:grpSpMkLst>
            <pc:docMk/>
            <pc:sldMk cId="2757616125" sldId="268"/>
            <ac:grpSpMk id="5" creationId="{7BD5037D-64D2-9C4C-E1A6-4707AE99C6B6}"/>
          </ac:grpSpMkLst>
        </pc:grpChg>
        <pc:grpChg chg="add mod">
          <ac:chgData name="Maxwell, Andre" userId="24f3e971-f6d1-4a2c-91f0-ff1b3394fdac" providerId="ADAL" clId="{181E771D-41FB-4ABB-835C-C984BAB448BD}" dt="2026-06-25T20:52:36.218" v="2613" actId="1076"/>
          <ac:grpSpMkLst>
            <pc:docMk/>
            <pc:sldMk cId="2757616125" sldId="268"/>
            <ac:grpSpMk id="11" creationId="{5A469E46-D7F2-DD76-C506-B4EE8FAAF6C3}"/>
          </ac:grpSpMkLst>
        </pc:grpChg>
        <pc:grpChg chg="mod">
          <ac:chgData name="Maxwell, Andre" userId="24f3e971-f6d1-4a2c-91f0-ff1b3394fdac" providerId="ADAL" clId="{181E771D-41FB-4ABB-835C-C984BAB448BD}" dt="2026-06-25T20:46:36.428" v="2396"/>
          <ac:grpSpMkLst>
            <pc:docMk/>
            <pc:sldMk cId="2757616125" sldId="268"/>
            <ac:grpSpMk id="16" creationId="{7722E0CA-93FD-C4F0-C954-B95B123FE809}"/>
          </ac:grpSpMkLst>
        </pc:grpChg>
        <pc:grpChg chg="add mod">
          <ac:chgData name="Maxwell, Andre" userId="24f3e971-f6d1-4a2c-91f0-ff1b3394fdac" providerId="ADAL" clId="{181E771D-41FB-4ABB-835C-C984BAB448BD}" dt="2026-06-25T20:51:47.104" v="2612" actId="1076"/>
          <ac:grpSpMkLst>
            <pc:docMk/>
            <pc:sldMk cId="2757616125" sldId="268"/>
            <ac:grpSpMk id="20" creationId="{E25D381F-42A5-06BB-5E2B-53B9F13DD6FD}"/>
          </ac:grpSpMkLst>
        </pc:grpChg>
        <pc:grpChg chg="del">
          <ac:chgData name="Maxwell, Andre" userId="24f3e971-f6d1-4a2c-91f0-ff1b3394fdac" providerId="ADAL" clId="{181E771D-41FB-4ABB-835C-C984BAB448BD}" dt="2026-06-25T20:43:09.943" v="2309" actId="478"/>
          <ac:grpSpMkLst>
            <pc:docMk/>
            <pc:sldMk cId="2757616125" sldId="268"/>
            <ac:grpSpMk id="22" creationId="{C673F6C9-A641-3958-0411-810ED62502B4}"/>
          </ac:grpSpMkLst>
        </pc:grpChg>
        <pc:grpChg chg="add mod">
          <ac:chgData name="Maxwell, Andre" userId="24f3e971-f6d1-4a2c-91f0-ff1b3394fdac" providerId="ADAL" clId="{181E771D-41FB-4ABB-835C-C984BAB448BD}" dt="2026-06-25T20:51:27.370" v="2607" actId="1076"/>
          <ac:grpSpMkLst>
            <pc:docMk/>
            <pc:sldMk cId="2757616125" sldId="268"/>
            <ac:grpSpMk id="29" creationId="{F36A4A2F-F87F-4714-D9A9-082688B73330}"/>
          </ac:grpSpMkLst>
        </pc:grpChg>
        <pc:grpChg chg="del mod">
          <ac:chgData name="Maxwell, Andre" userId="24f3e971-f6d1-4a2c-91f0-ff1b3394fdac" providerId="ADAL" clId="{181E771D-41FB-4ABB-835C-C984BAB448BD}" dt="2026-06-25T20:48:58.037" v="2445" actId="478"/>
          <ac:grpSpMkLst>
            <pc:docMk/>
            <pc:sldMk cId="2757616125" sldId="268"/>
            <ac:grpSpMk id="31" creationId="{A0F4F19C-67B6-6E22-7F26-C88731EA5F7B}"/>
          </ac:grpSpMkLst>
        </pc:grpChg>
        <pc:grpChg chg="add mod">
          <ac:chgData name="Maxwell, Andre" userId="24f3e971-f6d1-4a2c-91f0-ff1b3394fdac" providerId="ADAL" clId="{181E771D-41FB-4ABB-835C-C984BAB448BD}" dt="2026-06-25T20:51:32.535" v="2608" actId="1076"/>
          <ac:grpSpMkLst>
            <pc:docMk/>
            <pc:sldMk cId="2757616125" sldId="268"/>
            <ac:grpSpMk id="38" creationId="{0B605A91-590F-37BF-6A2A-D5DBA8FFFDEB}"/>
          </ac:grpSpMkLst>
        </pc:grpChg>
        <pc:grpChg chg="del">
          <ac:chgData name="Maxwell, Andre" userId="24f3e971-f6d1-4a2c-91f0-ff1b3394fdac" providerId="ADAL" clId="{181E771D-41FB-4ABB-835C-C984BAB448BD}" dt="2026-06-25T20:43:08.108" v="2307" actId="478"/>
          <ac:grpSpMkLst>
            <pc:docMk/>
            <pc:sldMk cId="2757616125" sldId="268"/>
            <ac:grpSpMk id="43" creationId="{1EB48D52-5B72-7A2A-0339-F17F953DBE32}"/>
          </ac:grpSpMkLst>
        </pc:grpChg>
        <pc:grpChg chg="del">
          <ac:chgData name="Maxwell, Andre" userId="24f3e971-f6d1-4a2c-91f0-ff1b3394fdac" providerId="ADAL" clId="{181E771D-41FB-4ABB-835C-C984BAB448BD}" dt="2026-06-25T20:43:09.201" v="2308" actId="478"/>
          <ac:grpSpMkLst>
            <pc:docMk/>
            <pc:sldMk cId="2757616125" sldId="268"/>
            <ac:grpSpMk id="50" creationId="{952DC3EB-E33F-0EA2-02F5-1B98E77C3840}"/>
          </ac:grpSpMkLst>
        </pc:grpChg>
        <pc:grpChg chg="del">
          <ac:chgData name="Maxwell, Andre" userId="24f3e971-f6d1-4a2c-91f0-ff1b3394fdac" providerId="ADAL" clId="{181E771D-41FB-4ABB-835C-C984BAB448BD}" dt="2026-06-25T20:42:27.239" v="2277" actId="478"/>
          <ac:grpSpMkLst>
            <pc:docMk/>
            <pc:sldMk cId="2757616125" sldId="268"/>
            <ac:grpSpMk id="56" creationId="{B5604B2F-8ABB-173D-6251-B1F057FDD465}"/>
          </ac:grpSpMkLst>
        </pc:grpChg>
        <pc:grpChg chg="mod">
          <ac:chgData name="Maxwell, Andre" userId="24f3e971-f6d1-4a2c-91f0-ff1b3394fdac" providerId="ADAL" clId="{181E771D-41FB-4ABB-835C-C984BAB448BD}" dt="2026-06-25T20:46:33.713" v="2395" actId="1076"/>
          <ac:grpSpMkLst>
            <pc:docMk/>
            <pc:sldMk cId="2757616125" sldId="268"/>
            <ac:grpSpMk id="62" creationId="{B10E1FFF-9C79-0BCE-C5DF-18E68A609D80}"/>
          </ac:grpSpMkLst>
        </pc:grpChg>
        <pc:grpChg chg="del">
          <ac:chgData name="Maxwell, Andre" userId="24f3e971-f6d1-4a2c-91f0-ff1b3394fdac" providerId="ADAL" clId="{181E771D-41FB-4ABB-835C-C984BAB448BD}" dt="2026-06-25T20:43:12.851" v="2311" actId="478"/>
          <ac:grpSpMkLst>
            <pc:docMk/>
            <pc:sldMk cId="2757616125" sldId="268"/>
            <ac:grpSpMk id="68" creationId="{2E85A9B9-0368-B938-3C06-2751B9C5207E}"/>
          </ac:grpSpMkLst>
        </pc:grpChg>
        <pc:grpChg chg="del">
          <ac:chgData name="Maxwell, Andre" userId="24f3e971-f6d1-4a2c-91f0-ff1b3394fdac" providerId="ADAL" clId="{181E771D-41FB-4ABB-835C-C984BAB448BD}" dt="2026-06-25T20:43:14.579" v="2312" actId="478"/>
          <ac:grpSpMkLst>
            <pc:docMk/>
            <pc:sldMk cId="2757616125" sldId="268"/>
            <ac:grpSpMk id="71" creationId="{36C85EB2-50A9-17F3-C56D-74EE855CC059}"/>
          </ac:grpSpMkLst>
        </pc:grpChg>
        <pc:grpChg chg="del">
          <ac:chgData name="Maxwell, Andre" userId="24f3e971-f6d1-4a2c-91f0-ff1b3394fdac" providerId="ADAL" clId="{181E771D-41FB-4ABB-835C-C984BAB448BD}" dt="2026-06-25T20:43:20.628" v="2313" actId="478"/>
          <ac:grpSpMkLst>
            <pc:docMk/>
            <pc:sldMk cId="2757616125" sldId="268"/>
            <ac:grpSpMk id="80" creationId="{A88C203B-43C4-F352-BF6A-8904418741C1}"/>
          </ac:grpSpMkLst>
        </pc:grpChg>
        <pc:grpChg chg="del">
          <ac:chgData name="Maxwell, Andre" userId="24f3e971-f6d1-4a2c-91f0-ff1b3394fdac" providerId="ADAL" clId="{181E771D-41FB-4ABB-835C-C984BAB448BD}" dt="2026-06-25T20:43:20.628" v="2313" actId="478"/>
          <ac:grpSpMkLst>
            <pc:docMk/>
            <pc:sldMk cId="2757616125" sldId="268"/>
            <ac:grpSpMk id="86" creationId="{E26055B5-3771-AC97-3EC8-2150D3522DFD}"/>
          </ac:grpSpMkLst>
        </pc:grpChg>
        <pc:grpChg chg="del">
          <ac:chgData name="Maxwell, Andre" userId="24f3e971-f6d1-4a2c-91f0-ff1b3394fdac" providerId="ADAL" clId="{181E771D-41FB-4ABB-835C-C984BAB448BD}" dt="2026-06-25T20:43:20.628" v="2313" actId="478"/>
          <ac:grpSpMkLst>
            <pc:docMk/>
            <pc:sldMk cId="2757616125" sldId="268"/>
            <ac:grpSpMk id="89" creationId="{35F9A896-8D8A-8193-663F-A8C8780BB2DE}"/>
          </ac:grpSpMkLst>
        </pc:grpChg>
        <pc:grpChg chg="del">
          <ac:chgData name="Maxwell, Andre" userId="24f3e971-f6d1-4a2c-91f0-ff1b3394fdac" providerId="ADAL" clId="{181E771D-41FB-4ABB-835C-C984BAB448BD}" dt="2026-06-25T20:43:20.628" v="2313" actId="478"/>
          <ac:grpSpMkLst>
            <pc:docMk/>
            <pc:sldMk cId="2757616125" sldId="268"/>
            <ac:grpSpMk id="98" creationId="{A295FDAB-69BC-4CED-0A7E-A977BA43414A}"/>
          </ac:grpSpMkLst>
        </pc:grpChg>
        <pc:grpChg chg="del">
          <ac:chgData name="Maxwell, Andre" userId="24f3e971-f6d1-4a2c-91f0-ff1b3394fdac" providerId="ADAL" clId="{181E771D-41FB-4ABB-835C-C984BAB448BD}" dt="2026-06-25T20:43:20.628" v="2313" actId="478"/>
          <ac:grpSpMkLst>
            <pc:docMk/>
            <pc:sldMk cId="2757616125" sldId="268"/>
            <ac:grpSpMk id="105" creationId="{58075271-9E5E-302D-351A-62A35CBC3DAA}"/>
          </ac:grpSpMkLst>
        </pc:grpChg>
        <pc:grpChg chg="del">
          <ac:chgData name="Maxwell, Andre" userId="24f3e971-f6d1-4a2c-91f0-ff1b3394fdac" providerId="ADAL" clId="{181E771D-41FB-4ABB-835C-C984BAB448BD}" dt="2026-06-25T20:44:11.001" v="2348" actId="478"/>
          <ac:grpSpMkLst>
            <pc:docMk/>
            <pc:sldMk cId="2757616125" sldId="268"/>
            <ac:grpSpMk id="117" creationId="{9C17C715-2459-9274-FE80-1A3FA22081BB}"/>
          </ac:grpSpMkLst>
        </pc:grpChg>
        <pc:grpChg chg="del topLvl">
          <ac:chgData name="Maxwell, Andre" userId="24f3e971-f6d1-4a2c-91f0-ff1b3394fdac" providerId="ADAL" clId="{181E771D-41FB-4ABB-835C-C984BAB448BD}" dt="2026-06-25T20:44:12.554" v="2349" actId="478"/>
          <ac:grpSpMkLst>
            <pc:docMk/>
            <pc:sldMk cId="2757616125" sldId="268"/>
            <ac:grpSpMk id="119" creationId="{8B012F09-4782-19A9-EE5E-BE6102812E25}"/>
          </ac:grpSpMkLst>
        </pc:grpChg>
        <pc:grpChg chg="del">
          <ac:chgData name="Maxwell, Andre" userId="24f3e971-f6d1-4a2c-91f0-ff1b3394fdac" providerId="ADAL" clId="{181E771D-41FB-4ABB-835C-C984BAB448BD}" dt="2026-06-25T20:43:20.628" v="2313" actId="478"/>
          <ac:grpSpMkLst>
            <pc:docMk/>
            <pc:sldMk cId="2757616125" sldId="268"/>
            <ac:grpSpMk id="141" creationId="{A77038B0-9740-81A1-4245-AAF103DEC602}"/>
          </ac:grpSpMkLst>
        </pc:grpChg>
        <pc:grpChg chg="del">
          <ac:chgData name="Maxwell, Andre" userId="24f3e971-f6d1-4a2c-91f0-ff1b3394fdac" providerId="ADAL" clId="{181E771D-41FB-4ABB-835C-C984BAB448BD}" dt="2026-06-25T20:43:20.628" v="2313" actId="478"/>
          <ac:grpSpMkLst>
            <pc:docMk/>
            <pc:sldMk cId="2757616125" sldId="268"/>
            <ac:grpSpMk id="147" creationId="{7AAFE7A1-5231-849F-EACA-080E6709C4F0}"/>
          </ac:grpSpMkLst>
        </pc:grpChg>
        <pc:grpChg chg="add del mod">
          <ac:chgData name="Maxwell, Andre" userId="24f3e971-f6d1-4a2c-91f0-ff1b3394fdac" providerId="ADAL" clId="{181E771D-41FB-4ABB-835C-C984BAB448BD}" dt="2026-06-25T20:44:22.193" v="2352" actId="478"/>
          <ac:grpSpMkLst>
            <pc:docMk/>
            <pc:sldMk cId="2757616125" sldId="268"/>
            <ac:grpSpMk id="153" creationId="{4B028BFB-399B-D651-E056-78E72F1FAD62}"/>
          </ac:grpSpMkLst>
        </pc:grpChg>
        <pc:grpChg chg="del">
          <ac:chgData name="Maxwell, Andre" userId="24f3e971-f6d1-4a2c-91f0-ff1b3394fdac" providerId="ADAL" clId="{181E771D-41FB-4ABB-835C-C984BAB448BD}" dt="2026-06-25T20:43:52.887" v="2340" actId="478"/>
          <ac:grpSpMkLst>
            <pc:docMk/>
            <pc:sldMk cId="2757616125" sldId="268"/>
            <ac:grpSpMk id="155" creationId="{14FD3B42-EE42-2F84-6155-C67FC13A61E7}"/>
          </ac:grpSpMkLst>
        </pc:grpChg>
        <pc:grpChg chg="add del mod">
          <ac:chgData name="Maxwell, Andre" userId="24f3e971-f6d1-4a2c-91f0-ff1b3394fdac" providerId="ADAL" clId="{181E771D-41FB-4ABB-835C-C984BAB448BD}" dt="2026-06-25T20:51:40.047" v="2609" actId="1076"/>
          <ac:grpSpMkLst>
            <pc:docMk/>
            <pc:sldMk cId="2757616125" sldId="268"/>
            <ac:grpSpMk id="159" creationId="{0DC92032-5D64-3B07-1881-058094A90D36}"/>
          </ac:grpSpMkLst>
        </pc:grpChg>
        <pc:cxnChg chg="mod">
          <ac:chgData name="Maxwell, Andre" userId="24f3e971-f6d1-4a2c-91f0-ff1b3394fdac" providerId="ADAL" clId="{181E771D-41FB-4ABB-835C-C984BAB448BD}" dt="2026-06-25T20:46:36.428" v="2396"/>
          <ac:cxnSpMkLst>
            <pc:docMk/>
            <pc:sldMk cId="2757616125" sldId="268"/>
            <ac:cxnSpMk id="19" creationId="{01D8E61D-F661-C2E2-2AC4-003C176E62FA}"/>
          </ac:cxnSpMkLst>
        </pc:cxnChg>
        <pc:cxnChg chg="del mod">
          <ac:chgData name="Maxwell, Andre" userId="24f3e971-f6d1-4a2c-91f0-ff1b3394fdac" providerId="ADAL" clId="{181E771D-41FB-4ABB-835C-C984BAB448BD}" dt="2026-06-25T20:48:56.129" v="2444" actId="478"/>
          <ac:cxnSpMkLst>
            <pc:docMk/>
            <pc:sldMk cId="2757616125" sldId="268"/>
            <ac:cxnSpMk id="34" creationId="{40DDA647-6FA4-22D7-FAB4-CAACF8415B67}"/>
          </ac:cxnSpMkLst>
        </pc:cxnChg>
        <pc:cxnChg chg="del">
          <ac:chgData name="Maxwell, Andre" userId="24f3e971-f6d1-4a2c-91f0-ff1b3394fdac" providerId="ADAL" clId="{181E771D-41FB-4ABB-835C-C984BAB448BD}" dt="2026-06-25T20:43:52.887" v="2340" actId="478"/>
          <ac:cxnSpMkLst>
            <pc:docMk/>
            <pc:sldMk cId="2757616125" sldId="268"/>
            <ac:cxnSpMk id="158" creationId="{DE4A31F3-E7A9-BB53-A8C9-3BDA57E7F17A}"/>
          </ac:cxnSpMkLst>
        </pc:cxnChg>
        <pc:cxnChg chg="mod">
          <ac:chgData name="Maxwell, Andre" userId="24f3e971-f6d1-4a2c-91f0-ff1b3394fdac" providerId="ADAL" clId="{181E771D-41FB-4ABB-835C-C984BAB448BD}" dt="2026-06-25T20:46:33.713" v="2395" actId="1076"/>
          <ac:cxnSpMkLst>
            <pc:docMk/>
            <pc:sldMk cId="2757616125" sldId="268"/>
            <ac:cxnSpMk id="166" creationId="{93D4C38B-0BFF-80D2-ED23-415718BC632D}"/>
          </ac:cxnSpMkLst>
        </pc:cxnChg>
        <pc:cxnChg chg="del">
          <ac:chgData name="Maxwell, Andre" userId="24f3e971-f6d1-4a2c-91f0-ff1b3394fdac" providerId="ADAL" clId="{181E771D-41FB-4ABB-835C-C984BAB448BD}" dt="2026-06-25T20:44:02.444" v="2345" actId="478"/>
          <ac:cxnSpMkLst>
            <pc:docMk/>
            <pc:sldMk cId="2757616125" sldId="268"/>
            <ac:cxnSpMk id="168" creationId="{7C4C66FB-BFF1-9637-625F-9BB6959FD226}"/>
          </ac:cxnSpMkLst>
        </pc:cxnChg>
        <pc:cxnChg chg="del">
          <ac:chgData name="Maxwell, Andre" userId="24f3e971-f6d1-4a2c-91f0-ff1b3394fdac" providerId="ADAL" clId="{181E771D-41FB-4ABB-835C-C984BAB448BD}" dt="2026-06-25T20:44:05.992" v="2347" actId="478"/>
          <ac:cxnSpMkLst>
            <pc:docMk/>
            <pc:sldMk cId="2757616125" sldId="268"/>
            <ac:cxnSpMk id="169" creationId="{3B67AF85-5702-58A2-6C4B-8C57BDB244B0}"/>
          </ac:cxnSpMkLst>
        </pc:cxnChg>
      </pc:sldChg>
      <pc:sldChg chg="addSp delSp modSp new mod">
        <pc:chgData name="Maxwell, Andre" userId="24f3e971-f6d1-4a2c-91f0-ff1b3394fdac" providerId="ADAL" clId="{181E771D-41FB-4ABB-835C-C984BAB448BD}" dt="2026-06-25T20:58:21.224" v="2662" actId="1076"/>
        <pc:sldMkLst>
          <pc:docMk/>
          <pc:sldMk cId="1303898187" sldId="269"/>
        </pc:sldMkLst>
        <pc:spChg chg="del">
          <ac:chgData name="Maxwell, Andre" userId="24f3e971-f6d1-4a2c-91f0-ff1b3394fdac" providerId="ADAL" clId="{181E771D-41FB-4ABB-835C-C984BAB448BD}" dt="2026-06-25T20:58:13.069" v="2659" actId="478"/>
          <ac:spMkLst>
            <pc:docMk/>
            <pc:sldMk cId="1303898187" sldId="269"/>
            <ac:spMk id="2" creationId="{CED6A802-7DCF-9D3E-7E87-A6B7FF2304B3}"/>
          </ac:spMkLst>
        </pc:spChg>
        <pc:spChg chg="del">
          <ac:chgData name="Maxwell, Andre" userId="24f3e971-f6d1-4a2c-91f0-ff1b3394fdac" providerId="ADAL" clId="{181E771D-41FB-4ABB-835C-C984BAB448BD}" dt="2026-06-25T20:58:08.791" v="2658" actId="478"/>
          <ac:spMkLst>
            <pc:docMk/>
            <pc:sldMk cId="1303898187" sldId="269"/>
            <ac:spMk id="3" creationId="{E09F5041-A16A-F42D-66B7-5D4163D6B78C}"/>
          </ac:spMkLst>
        </pc:spChg>
        <pc:spChg chg="mod">
          <ac:chgData name="Maxwell, Andre" userId="24f3e971-f6d1-4a2c-91f0-ff1b3394fdac" providerId="ADAL" clId="{181E771D-41FB-4ABB-835C-C984BAB448BD}" dt="2026-06-25T20:58:21.224" v="2662" actId="1076"/>
          <ac:spMkLst>
            <pc:docMk/>
            <pc:sldMk cId="1303898187" sldId="269"/>
            <ac:spMk id="4" creationId="{9BEE2E7C-26F5-1A6F-CF99-9D4EC63B5B69}"/>
          </ac:spMkLst>
        </pc:spChg>
        <pc:spChg chg="mod">
          <ac:chgData name="Maxwell, Andre" userId="24f3e971-f6d1-4a2c-91f0-ff1b3394fdac" providerId="ADAL" clId="{181E771D-41FB-4ABB-835C-C984BAB448BD}" dt="2026-06-25T20:58:14.046" v="2660"/>
          <ac:spMkLst>
            <pc:docMk/>
            <pc:sldMk cId="1303898187" sldId="269"/>
            <ac:spMk id="45" creationId="{A3CE094A-C7CB-1856-8BC4-C85EA69F94EB}"/>
          </ac:spMkLst>
        </pc:spChg>
        <pc:spChg chg="mod">
          <ac:chgData name="Maxwell, Andre" userId="24f3e971-f6d1-4a2c-91f0-ff1b3394fdac" providerId="ADAL" clId="{181E771D-41FB-4ABB-835C-C984BAB448BD}" dt="2026-06-25T20:58:14.046" v="2660"/>
          <ac:spMkLst>
            <pc:docMk/>
            <pc:sldMk cId="1303898187" sldId="269"/>
            <ac:spMk id="47" creationId="{4F7C387C-358E-C4B9-EFA2-CE50C2F44EDF}"/>
          </ac:spMkLst>
        </pc:spChg>
        <pc:spChg chg="mod">
          <ac:chgData name="Maxwell, Andre" userId="24f3e971-f6d1-4a2c-91f0-ff1b3394fdac" providerId="ADAL" clId="{181E771D-41FB-4ABB-835C-C984BAB448BD}" dt="2026-06-25T20:58:14.046" v="2660"/>
          <ac:spMkLst>
            <pc:docMk/>
            <pc:sldMk cId="1303898187" sldId="269"/>
            <ac:spMk id="136" creationId="{251BC8FD-F011-C3F1-9EA7-A2B92F281919}"/>
          </ac:spMkLst>
        </pc:spChg>
        <pc:spChg chg="mod">
          <ac:chgData name="Maxwell, Andre" userId="24f3e971-f6d1-4a2c-91f0-ff1b3394fdac" providerId="ADAL" clId="{181E771D-41FB-4ABB-835C-C984BAB448BD}" dt="2026-06-25T20:58:14.046" v="2660"/>
          <ac:spMkLst>
            <pc:docMk/>
            <pc:sldMk cId="1303898187" sldId="269"/>
            <ac:spMk id="138" creationId="{38EA4CE4-0869-74C5-FFDF-407240E8E7E8}"/>
          </ac:spMkLst>
        </pc:spChg>
        <pc:spChg chg="mod">
          <ac:chgData name="Maxwell, Andre" userId="24f3e971-f6d1-4a2c-91f0-ff1b3394fdac" providerId="ADAL" clId="{181E771D-41FB-4ABB-835C-C984BAB448BD}" dt="2026-06-25T20:58:14.046" v="2660"/>
          <ac:spMkLst>
            <pc:docMk/>
            <pc:sldMk cId="1303898187" sldId="269"/>
            <ac:spMk id="148" creationId="{3BD272F8-25E5-5B8F-F4B4-259A4F9A1E83}"/>
          </ac:spMkLst>
        </pc:spChg>
        <pc:spChg chg="mod">
          <ac:chgData name="Maxwell, Andre" userId="24f3e971-f6d1-4a2c-91f0-ff1b3394fdac" providerId="ADAL" clId="{181E771D-41FB-4ABB-835C-C984BAB448BD}" dt="2026-06-25T20:58:14.046" v="2660"/>
          <ac:spMkLst>
            <pc:docMk/>
            <pc:sldMk cId="1303898187" sldId="269"/>
            <ac:spMk id="150" creationId="{FB9C8E8F-CDA9-08BD-F721-814951BE7833}"/>
          </ac:spMkLst>
        </pc:spChg>
        <pc:spChg chg="mod">
          <ac:chgData name="Maxwell, Andre" userId="24f3e971-f6d1-4a2c-91f0-ff1b3394fdac" providerId="ADAL" clId="{181E771D-41FB-4ABB-835C-C984BAB448BD}" dt="2026-06-25T20:58:14.046" v="2660"/>
          <ac:spMkLst>
            <pc:docMk/>
            <pc:sldMk cId="1303898187" sldId="269"/>
            <ac:spMk id="151" creationId="{513AD672-0B0F-7A82-61A4-80182964D3EC}"/>
          </ac:spMkLst>
        </pc:spChg>
        <pc:spChg chg="mod">
          <ac:chgData name="Maxwell, Andre" userId="24f3e971-f6d1-4a2c-91f0-ff1b3394fdac" providerId="ADAL" clId="{181E771D-41FB-4ABB-835C-C984BAB448BD}" dt="2026-06-25T20:58:14.046" v="2660"/>
          <ac:spMkLst>
            <pc:docMk/>
            <pc:sldMk cId="1303898187" sldId="269"/>
            <ac:spMk id="156" creationId="{879B839A-8C8F-231D-2255-59B3B7612A77}"/>
          </ac:spMkLst>
        </pc:spChg>
        <pc:spChg chg="mod">
          <ac:chgData name="Maxwell, Andre" userId="24f3e971-f6d1-4a2c-91f0-ff1b3394fdac" providerId="ADAL" clId="{181E771D-41FB-4ABB-835C-C984BAB448BD}" dt="2026-06-25T20:58:14.046" v="2660"/>
          <ac:spMkLst>
            <pc:docMk/>
            <pc:sldMk cId="1303898187" sldId="269"/>
            <ac:spMk id="160" creationId="{AC9716EB-2879-9EE6-7121-8F6B2537A2B8}"/>
          </ac:spMkLst>
        </pc:spChg>
        <pc:spChg chg="mod">
          <ac:chgData name="Maxwell, Andre" userId="24f3e971-f6d1-4a2c-91f0-ff1b3394fdac" providerId="ADAL" clId="{181E771D-41FB-4ABB-835C-C984BAB448BD}" dt="2026-06-25T20:58:14.046" v="2660"/>
          <ac:spMkLst>
            <pc:docMk/>
            <pc:sldMk cId="1303898187" sldId="269"/>
            <ac:spMk id="162" creationId="{3DFB046B-6E6E-85C7-9B37-0742C15E8E17}"/>
          </ac:spMkLst>
        </pc:spChg>
        <pc:grpChg chg="mod">
          <ac:chgData name="Maxwell, Andre" userId="24f3e971-f6d1-4a2c-91f0-ff1b3394fdac" providerId="ADAL" clId="{181E771D-41FB-4ABB-835C-C984BAB448BD}" dt="2026-06-25T20:58:21.224" v="2662" actId="1076"/>
          <ac:grpSpMkLst>
            <pc:docMk/>
            <pc:sldMk cId="1303898187" sldId="269"/>
            <ac:grpSpMk id="5" creationId="{F8CA35EB-B646-F2C9-A8D9-4BF27593F713}"/>
          </ac:grpSpMkLst>
        </pc:grpChg>
        <pc:grpChg chg="mod">
          <ac:chgData name="Maxwell, Andre" userId="24f3e971-f6d1-4a2c-91f0-ff1b3394fdac" providerId="ADAL" clId="{181E771D-41FB-4ABB-835C-C984BAB448BD}" dt="2026-06-25T20:58:21.224" v="2662" actId="1076"/>
          <ac:grpSpMkLst>
            <pc:docMk/>
            <pc:sldMk cId="1303898187" sldId="269"/>
            <ac:grpSpMk id="44" creationId="{FF0B5BC5-B47F-3AC9-2426-F69305342014}"/>
          </ac:grpSpMkLst>
        </pc:grpChg>
        <pc:grpChg chg="mod">
          <ac:chgData name="Maxwell, Andre" userId="24f3e971-f6d1-4a2c-91f0-ff1b3394fdac" providerId="ADAL" clId="{181E771D-41FB-4ABB-835C-C984BAB448BD}" dt="2026-06-25T20:58:21.224" v="2662" actId="1076"/>
          <ac:grpSpMkLst>
            <pc:docMk/>
            <pc:sldMk cId="1303898187" sldId="269"/>
            <ac:grpSpMk id="135" creationId="{6A5E88B2-E2FE-C70D-6CE8-0FE752B0B431}"/>
          </ac:grpSpMkLst>
        </pc:grpChg>
        <pc:grpChg chg="mod">
          <ac:chgData name="Maxwell, Andre" userId="24f3e971-f6d1-4a2c-91f0-ff1b3394fdac" providerId="ADAL" clId="{181E771D-41FB-4ABB-835C-C984BAB448BD}" dt="2026-06-25T20:58:21.224" v="2662" actId="1076"/>
          <ac:grpSpMkLst>
            <pc:docMk/>
            <pc:sldMk cId="1303898187" sldId="269"/>
            <ac:grpSpMk id="147" creationId="{3F16A9B3-E22B-C5F7-3354-51A830469D28}"/>
          </ac:grpSpMkLst>
        </pc:grpChg>
        <pc:grpChg chg="mod">
          <ac:chgData name="Maxwell, Andre" userId="24f3e971-f6d1-4a2c-91f0-ff1b3394fdac" providerId="ADAL" clId="{181E771D-41FB-4ABB-835C-C984BAB448BD}" dt="2026-06-25T20:58:21.224" v="2662" actId="1076"/>
          <ac:grpSpMkLst>
            <pc:docMk/>
            <pc:sldMk cId="1303898187" sldId="269"/>
            <ac:grpSpMk id="153" creationId="{0D112900-C4D6-1B49-1B02-AF6D93E4A92C}"/>
          </ac:grpSpMkLst>
        </pc:grpChg>
        <pc:grpChg chg="mod">
          <ac:chgData name="Maxwell, Andre" userId="24f3e971-f6d1-4a2c-91f0-ff1b3394fdac" providerId="ADAL" clId="{181E771D-41FB-4ABB-835C-C984BAB448BD}" dt="2026-06-25T20:58:21.224" v="2662" actId="1076"/>
          <ac:grpSpMkLst>
            <pc:docMk/>
            <pc:sldMk cId="1303898187" sldId="269"/>
            <ac:grpSpMk id="159" creationId="{DF0922EE-8D51-F715-9F2C-D73B02117546}"/>
          </ac:grpSpMkLst>
        </pc:grpChg>
        <pc:cxnChg chg="mod">
          <ac:chgData name="Maxwell, Andre" userId="24f3e971-f6d1-4a2c-91f0-ff1b3394fdac" providerId="ADAL" clId="{181E771D-41FB-4ABB-835C-C984BAB448BD}" dt="2026-06-25T20:58:21.224" v="2662" actId="1076"/>
          <ac:cxnSpMkLst>
            <pc:docMk/>
            <pc:sldMk cId="1303898187" sldId="269"/>
            <ac:cxnSpMk id="168" creationId="{4D422894-C785-4812-A41E-3AEF3950F37C}"/>
          </ac:cxnSpMkLst>
        </pc:cxnChg>
      </pc:sldChg>
      <pc:sldChg chg="add del">
        <pc:chgData name="Maxwell, Andre" userId="24f3e971-f6d1-4a2c-91f0-ff1b3394fdac" providerId="ADAL" clId="{181E771D-41FB-4ABB-835C-C984BAB448BD}" dt="2026-06-25T20:46:55.911" v="2416" actId="47"/>
        <pc:sldMkLst>
          <pc:docMk/>
          <pc:sldMk cId="2401258443" sldId="269"/>
        </pc:sldMkLst>
      </pc:sldChg>
      <pc:sldChg chg="addSp delSp modSp add del mod">
        <pc:chgData name="Maxwell, Andre" userId="24f3e971-f6d1-4a2c-91f0-ff1b3394fdac" providerId="ADAL" clId="{181E771D-41FB-4ABB-835C-C984BAB448BD}" dt="2026-06-25T20:46:51.297" v="2415" actId="47"/>
        <pc:sldMkLst>
          <pc:docMk/>
          <pc:sldMk cId="1246452044" sldId="270"/>
        </pc:sldMkLst>
        <pc:spChg chg="mod">
          <ac:chgData name="Maxwell, Andre" userId="24f3e971-f6d1-4a2c-91f0-ff1b3394fdac" providerId="ADAL" clId="{181E771D-41FB-4ABB-835C-C984BAB448BD}" dt="2026-06-25T20:45:02.130" v="2369" actId="20577"/>
          <ac:spMkLst>
            <pc:docMk/>
            <pc:sldMk cId="1246452044" sldId="270"/>
            <ac:spMk id="3" creationId="{9B985D87-3A4C-0BC6-0242-DF6B2DDC2C0C}"/>
          </ac:spMkLst>
        </pc:spChg>
        <pc:spChg chg="mod">
          <ac:chgData name="Maxwell, Andre" userId="24f3e971-f6d1-4a2c-91f0-ff1b3394fdac" providerId="ADAL" clId="{181E771D-41FB-4ABB-835C-C984BAB448BD}" dt="2026-06-25T20:45:11.027" v="2371" actId="1076"/>
          <ac:spMkLst>
            <pc:docMk/>
            <pc:sldMk cId="1246452044" sldId="270"/>
            <ac:spMk id="5" creationId="{67D30330-E91B-8E2B-E1DC-46614CF6845C}"/>
          </ac:spMkLst>
        </pc:spChg>
        <pc:spChg chg="mod">
          <ac:chgData name="Maxwell, Andre" userId="24f3e971-f6d1-4a2c-91f0-ff1b3394fdac" providerId="ADAL" clId="{181E771D-41FB-4ABB-835C-C984BAB448BD}" dt="2026-06-25T20:45:23.603" v="2372" actId="1076"/>
          <ac:spMkLst>
            <pc:docMk/>
            <pc:sldMk cId="1246452044" sldId="270"/>
            <ac:spMk id="6" creationId="{E22FA7AB-D73F-7B28-0D7C-965DF599CCAF}"/>
          </ac:spMkLst>
        </pc:spChg>
        <pc:spChg chg="del mod topLvl">
          <ac:chgData name="Maxwell, Andre" userId="24f3e971-f6d1-4a2c-91f0-ff1b3394fdac" providerId="ADAL" clId="{181E771D-41FB-4ABB-835C-C984BAB448BD}" dt="2026-06-25T20:44:45.026" v="2357" actId="478"/>
          <ac:spMkLst>
            <pc:docMk/>
            <pc:sldMk cId="1246452044" sldId="270"/>
            <ac:spMk id="63" creationId="{D708A117-CB40-DE0F-39D8-EFCDAAF37DE6}"/>
          </ac:spMkLst>
        </pc:spChg>
        <pc:spChg chg="del mod topLvl">
          <ac:chgData name="Maxwell, Andre" userId="24f3e971-f6d1-4a2c-91f0-ff1b3394fdac" providerId="ADAL" clId="{181E771D-41FB-4ABB-835C-C984BAB448BD}" dt="2026-06-25T20:44:47.489" v="2358" actId="478"/>
          <ac:spMkLst>
            <pc:docMk/>
            <pc:sldMk cId="1246452044" sldId="270"/>
            <ac:spMk id="65" creationId="{2A513FD7-5F6C-6C63-6279-CAD7BF0A0A61}"/>
          </ac:spMkLst>
        </pc:spChg>
        <pc:spChg chg="del">
          <ac:chgData name="Maxwell, Andre" userId="24f3e971-f6d1-4a2c-91f0-ff1b3394fdac" providerId="ADAL" clId="{181E771D-41FB-4ABB-835C-C984BAB448BD}" dt="2026-06-25T20:44:58.564" v="2361" actId="478"/>
          <ac:spMkLst>
            <pc:docMk/>
            <pc:sldMk cId="1246452044" sldId="270"/>
            <ac:spMk id="156" creationId="{C368DDCA-2B98-565D-9009-9B9D7ECB2484}"/>
          </ac:spMkLst>
        </pc:spChg>
        <pc:spChg chg="mod">
          <ac:chgData name="Maxwell, Andre" userId="24f3e971-f6d1-4a2c-91f0-ff1b3394fdac" providerId="ADAL" clId="{181E771D-41FB-4ABB-835C-C984BAB448BD}" dt="2026-06-25T20:45:51.404" v="2387" actId="20577"/>
          <ac:spMkLst>
            <pc:docMk/>
            <pc:sldMk cId="1246452044" sldId="270"/>
            <ac:spMk id="160" creationId="{6BECF29D-B498-1EA6-1712-A5617942B6E7}"/>
          </ac:spMkLst>
        </pc:spChg>
        <pc:spChg chg="mod">
          <ac:chgData name="Maxwell, Andre" userId="24f3e971-f6d1-4a2c-91f0-ff1b3394fdac" providerId="ADAL" clId="{181E771D-41FB-4ABB-835C-C984BAB448BD}" dt="2026-06-25T20:46:03.572" v="2391" actId="1076"/>
          <ac:spMkLst>
            <pc:docMk/>
            <pc:sldMk cId="1246452044" sldId="270"/>
            <ac:spMk id="162" creationId="{A6A1ADE2-D47E-D73E-D909-6ECDCBD8CAB2}"/>
          </ac:spMkLst>
        </pc:spChg>
        <pc:spChg chg="mod">
          <ac:chgData name="Maxwell, Andre" userId="24f3e971-f6d1-4a2c-91f0-ff1b3394fdac" providerId="ADAL" clId="{181E771D-41FB-4ABB-835C-C984BAB448BD}" dt="2026-06-25T20:46:07.494" v="2392" actId="1076"/>
          <ac:spMkLst>
            <pc:docMk/>
            <pc:sldMk cId="1246452044" sldId="270"/>
            <ac:spMk id="163" creationId="{C7E8064A-6624-5C0C-11D9-4914DFB28BC3}"/>
          </ac:spMkLst>
        </pc:spChg>
        <pc:grpChg chg="add mod">
          <ac:chgData name="Maxwell, Andre" userId="24f3e971-f6d1-4a2c-91f0-ff1b3394fdac" providerId="ADAL" clId="{181E771D-41FB-4ABB-835C-C984BAB448BD}" dt="2026-06-25T20:46:12.763" v="2394" actId="1076"/>
          <ac:grpSpMkLst>
            <pc:docMk/>
            <pc:sldMk cId="1246452044" sldId="270"/>
            <ac:grpSpMk id="2" creationId="{301E76C5-47D5-956C-C569-9B77ACC76204}"/>
          </ac:grpSpMkLst>
        </pc:grpChg>
        <pc:grpChg chg="mod">
          <ac:chgData name="Maxwell, Andre" userId="24f3e971-f6d1-4a2c-91f0-ff1b3394fdac" providerId="ADAL" clId="{181E771D-41FB-4ABB-835C-C984BAB448BD}" dt="2026-06-25T20:44:54.485" v="2359"/>
          <ac:grpSpMkLst>
            <pc:docMk/>
            <pc:sldMk cId="1246452044" sldId="270"/>
            <ac:grpSpMk id="4" creationId="{5B49FEA5-3849-3320-6CE3-901911FFE392}"/>
          </ac:grpSpMkLst>
        </pc:grpChg>
        <pc:grpChg chg="del">
          <ac:chgData name="Maxwell, Andre" userId="24f3e971-f6d1-4a2c-91f0-ff1b3394fdac" providerId="ADAL" clId="{181E771D-41FB-4ABB-835C-C984BAB448BD}" dt="2026-06-25T20:44:45.026" v="2357" actId="478"/>
          <ac:grpSpMkLst>
            <pc:docMk/>
            <pc:sldMk cId="1246452044" sldId="270"/>
            <ac:grpSpMk id="62" creationId="{03B49844-1510-9841-D744-0E3CE906B92A}"/>
          </ac:grpSpMkLst>
        </pc:grpChg>
        <pc:grpChg chg="mod">
          <ac:chgData name="Maxwell, Andre" userId="24f3e971-f6d1-4a2c-91f0-ff1b3394fdac" providerId="ADAL" clId="{181E771D-41FB-4ABB-835C-C984BAB448BD}" dt="2026-06-25T20:45:59.080" v="2389" actId="14100"/>
          <ac:grpSpMkLst>
            <pc:docMk/>
            <pc:sldMk cId="1246452044" sldId="270"/>
            <ac:grpSpMk id="159" creationId="{13CA26F9-284C-5194-F4BA-C2497F8F53BA}"/>
          </ac:grpSpMkLst>
        </pc:grpChg>
        <pc:cxnChg chg="mod">
          <ac:chgData name="Maxwell, Andre" userId="24f3e971-f6d1-4a2c-91f0-ff1b3394fdac" providerId="ADAL" clId="{181E771D-41FB-4ABB-835C-C984BAB448BD}" dt="2026-06-25T20:45:26.700" v="2373" actId="1076"/>
          <ac:cxnSpMkLst>
            <pc:docMk/>
            <pc:sldMk cId="1246452044" sldId="270"/>
            <ac:cxnSpMk id="7" creationId="{C6E581A6-E4A3-479B-74A8-E96F9C9E039C}"/>
          </ac:cxnSpMkLst>
        </pc:cxnChg>
        <pc:cxnChg chg="mod">
          <ac:chgData name="Maxwell, Andre" userId="24f3e971-f6d1-4a2c-91f0-ff1b3394fdac" providerId="ADAL" clId="{181E771D-41FB-4ABB-835C-C984BAB448BD}" dt="2026-06-25T20:46:09.234" v="2393" actId="1076"/>
          <ac:cxnSpMkLst>
            <pc:docMk/>
            <pc:sldMk cId="1246452044" sldId="270"/>
            <ac:cxnSpMk id="164" creationId="{BE750AB2-5B4E-3E7D-C5BA-9998C5B36841}"/>
          </ac:cxnSpMkLst>
        </pc:cxnChg>
      </pc:sldChg>
    </pc:docChg>
  </pc:docChgLst>
  <pc:docChgLst>
    <pc:chgData name="Holt, Bryant R" userId="S::b.holt@novanthealth.org::7a3f5284-e585-4bfd-b7f6-91decf87c48f" providerId="AD" clId="Web-{B559296C-9A99-4C47-835F-58C72F286B95}"/>
    <pc:docChg chg="mod">
      <pc:chgData name="Holt, Bryant R" userId="S::b.holt@novanthealth.org::7a3f5284-e585-4bfd-b7f6-91decf87c48f" providerId="AD" clId="Web-{B559296C-9A99-4C47-835F-58C72F286B95}" dt="2026-06-25T12:54:30.870" v="0"/>
      <pc:docMkLst>
        <pc:docMk/>
      </pc:docMkLst>
    </pc:docChg>
  </pc:docChgLst>
</pc:chgInfo>
</file>

<file path=ppt/comments/modernComment_10C_A45DE1FD.xml><?xml version="1.0" encoding="utf-8"?>
<p188:cmLst xmlns:a="http://schemas.openxmlformats.org/drawingml/2006/main" xmlns:r="http://schemas.openxmlformats.org/officeDocument/2006/relationships" xmlns:p188="http://schemas.microsoft.com/office/powerpoint/2018/8/main">
  <p188:cm id="{F9EC57C2-8A01-4522-BD17-647678EA6DB7}" authorId="{41AF54A9-9CBB-CE18-AED6-3F9566609CB0}" created="2026-06-25T12:54:30.870">
    <pc:sldMkLst xmlns:pc="http://schemas.microsoft.com/office/powerpoint/2013/main/command">
      <pc:docMk/>
      <pc:sldMk cId="2705567772" sldId="261"/>
    </pc:sldMkLst>
    <p188:txBody>
      <a:bodyPr/>
      <a:lstStyle/>
      <a:p>
        <a:r>
          <a:rPr lang="en-US"/>
          <a:t>Where does the Green Security status check occur?</a:t>
        </a:r>
      </a:p>
    </p188:txBody>
  </p188:cm>
  <p188:cm id="{8C784A7A-D7F7-46C5-8F28-9FDA6D16B7B2}" authorId="{388DB1CA-CE90-2FEF-1D7B-04FE64A37D45}" created="2026-06-25T13:20:38.159">
    <ac:deMkLst xmlns:ac="http://schemas.microsoft.com/office/drawing/2013/main/command">
      <pc:docMk xmlns:pc="http://schemas.microsoft.com/office/powerpoint/2013/main/command"/>
      <pc:sldMk xmlns:pc="http://schemas.microsoft.com/office/powerpoint/2013/main/command" cId="2757616125" sldId="268"/>
      <ac:spMk id="171" creationId="{65F5D404-F836-B9AB-7C42-D95C1C138132}"/>
    </ac:deMkLst>
    <p188:txBody>
      <a:bodyPr/>
      <a:lstStyle/>
      <a:p>
        <a:r>
          <a:rPr lang="en-US"/>
          <a:t>Remote Access requests require the end user signing an agreement</a:t>
        </a:r>
      </a:p>
    </p188:txBody>
  </p188:cm>
  <p188:cm id="{0A3824FB-5A33-49ED-9747-9BE85D819A49}" authorId="{41AF54A9-9CBB-CE18-AED6-3F9566609CB0}" created="2026-06-25T13:22:44.212">
    <pc:sldMkLst xmlns:pc="http://schemas.microsoft.com/office/powerpoint/2013/main/command">
      <pc:docMk/>
      <pc:sldMk cId="2705567772" sldId="261"/>
    </pc:sldMkLst>
    <p188:replyLst>
      <p188:reply id="{8C74C8C4-912C-4380-9465-D2D866459C1C}" authorId="{9D0102D9-EACA-A3C2-30D7-73BF2772ED19}" created="2026-06-25T13:53:14.237">
        <p188:txBody>
          <a:bodyPr/>
          <a:lstStyle/>
          <a:p>
            <a:r>
              <a:rPr lang="en-US"/>
              <a:t>We are going to add something for mobile phone for int</a:t>
            </a:r>
          </a:p>
        </p188:txBody>
      </p188:reply>
      <p188:reply id="{A7D08B45-A0ED-4918-8201-EE68EBD6E7A2}" authorId="{9D0102D9-EACA-A3C2-30D7-73BF2772ED19}" created="2026-06-25T13:56:09.322">
        <p188:txBody>
          <a:bodyPr/>
          <a:lstStyle/>
          <a:p>
            <a:r>
              <a:rPr lang="en-US"/>
              <a:t>ServiceNow features a specific field type called Phone Number (E.164). When you use this attribute, ServiceNow automatically generates a clean, dual-component UI directly inside the field:</a:t>
            </a:r>
          </a:p>
        </p188:txBody>
      </p188:reply>
    </p188:replyLst>
    <p188:txBody>
      <a:bodyPr/>
      <a:lstStyle/>
      <a:p>
        <a:r>
          <a:rPr lang="en-US"/>
          <a:t>Int'l phone number considerations?</a:t>
        </a:r>
      </a:p>
    </p188:txBody>
  </p188:cm>
  <p188:cm id="{C9F3D8F3-668A-4BC7-88CA-DB02F54EAD01}" authorId="{388DB1CA-CE90-2FEF-1D7B-04FE64A37D45}" created="2026-06-25T13:28:17.187">
    <ac:deMkLst xmlns:ac="http://schemas.microsoft.com/office/drawing/2013/main/command">
      <pc:docMk xmlns:pc="http://schemas.microsoft.com/office/powerpoint/2013/main/command"/>
      <pc:sldMk xmlns:pc="http://schemas.microsoft.com/office/powerpoint/2013/main/command" cId="2757616125" sldId="268"/>
      <ac:spMk id="142" creationId="{541A1D0A-7F1B-8D37-0A44-054156D9D0D3}"/>
    </ac:deMkLst>
    <p188:replyLst>
      <p188:reply id="{0FAB3496-040A-4B7C-93E9-7EF5C865582F}" authorId="{9D0102D9-EACA-A3C2-30D7-73BF2772ED19}" created="2026-06-25T13:52:38.392">
        <p188:txBody>
          <a:bodyPr/>
          <a:lstStyle/>
          <a:p>
            <a:r>
              <a:rPr lang="en-US"/>
              <a:t>That's dependent on user type</a:t>
            </a:r>
          </a:p>
        </p188:txBody>
      </p188:reply>
    </p188:replyLst>
    <p188:txBody>
      <a:bodyPr/>
      <a:lstStyle/>
      <a:p>
        <a:r>
          <a:rPr lang="en-US"/>
          <a:t>Not everyone will have an NPI</a:t>
        </a:r>
      </a:p>
    </p188:txBody>
    <p188:extLst>
      <p:ext xmlns:p="http://schemas.openxmlformats.org/presentationml/2006/main" uri="{57CB4572-C831-44C2-8A1C-0ADB6CCDFE69}">
        <p223:reactions xmlns:p223="http://schemas.microsoft.com/office/powerpoint/2022/03/main">
          <p223:rxn type="👍">
            <p223:instance time="2026-06-25T14:00:12.453" authorId="{388DB1CA-CE90-2FEF-1D7B-04FE64A37D45}"/>
          </p223:rxn>
        </p223:reactions>
      </p:ext>
    </p188:extLst>
  </p188:cm>
  <p188:cm id="{80AB1542-CD12-40D2-9463-05F469910851}" authorId="{388DB1CA-CE90-2FEF-1D7B-04FE64A37D45}" created="2026-06-25T14:02:02.656">
    <ac:deMkLst xmlns:ac="http://schemas.microsoft.com/office/drawing/2013/main/command">
      <pc:docMk xmlns:pc="http://schemas.microsoft.com/office/powerpoint/2013/main/command"/>
      <pc:sldMk xmlns:pc="http://schemas.microsoft.com/office/powerpoint/2013/main/command" cId="2757616125" sldId="268"/>
      <ac:spMk id="124" creationId="{9ED5446F-580E-1A47-884C-4CB51536BF55}"/>
    </ac:deMkLst>
    <p188:txBody>
      <a:bodyPr/>
      <a:lstStyle/>
      <a:p>
        <a:r>
          <a:rPr lang="en-US"/>
          <a:t>Is this field for the Manager/Sponsor?</a:t>
        </a:r>
      </a:p>
    </p188:txBody>
  </p188:cm>
  <p188:cm id="{3DA339E8-0172-4FE8-9165-91F1A73BFF03}" authorId="{69B58E9C-BCD2-E512-1AE5-E01D42002B83}" created="2026-06-25T14:18:24.713">
    <pc:sldMkLst xmlns:pc="http://schemas.microsoft.com/office/powerpoint/2013/main/command">
      <pc:docMk/>
      <pc:sldMk cId="2705567772" sldId="261"/>
    </pc:sldMkLst>
    <p188:txBody>
      <a:bodyPr/>
      <a:lstStyle/>
      <a:p>
        <a:r>
          <a:rPr lang="en-US"/>
          <a:t>End Date is not required for all NNE’s.  Is this field only required for identity types for which a value is required?</a:t>
        </a:r>
      </a:p>
    </p188:txBody>
  </p188:cm>
</p188:cmLst>
</file>

<file path=ppt/comments/modernComment_104_661648EF.xml><?xml version="1.0" encoding="utf-8"?>
<p188:cmLst xmlns:a="http://schemas.openxmlformats.org/drawingml/2006/main" xmlns:r="http://schemas.openxmlformats.org/officeDocument/2006/relationships" xmlns:p188="http://schemas.microsoft.com/office/powerpoint/2018/8/main">
  <p188:cm id="{CAF6880A-C528-40FE-8D55-FFAA2D812BFB}" authorId="{388DB1CA-CE90-2FEF-1D7B-04FE64A37D45}" created="2026-06-25T13:29:31.455">
    <pc:sldMkLst xmlns:pc="http://schemas.microsoft.com/office/powerpoint/2013/main/command">
      <pc:docMk/>
      <pc:sldMk cId="1712736495" sldId="260"/>
    </pc:sldMkLst>
    <p188:replyLst>
      <p188:reply id="{0C9F6A70-1888-47B1-8630-018F570D9F9A}" authorId="{9D0102D9-EACA-A3C2-30D7-73BF2772ED19}" created="2026-06-25T13:52:09.688">
        <p188:txBody>
          <a:bodyPr/>
          <a:lstStyle/>
          <a:p>
            <a:r>
              <a:rPr lang="en-US"/>
              <a:t>Don't Know.  Just using what was on the existing form.</a:t>
            </a:r>
          </a:p>
        </p188:txBody>
        <p188:extLst>
          <p:ext xmlns:p="http://schemas.openxmlformats.org/presentationml/2006/main" uri="{57CB4572-C831-44C2-8A1C-0ADB6CCDFE69}">
            <p223:reactions xmlns:p223="http://schemas.microsoft.com/office/powerpoint/2022/03/main">
              <p223:rxn type="👍">
                <p223:instance time="2026-06-25T13:59:51.592" authorId="{388DB1CA-CE90-2FEF-1D7B-04FE64A37D45}"/>
              </p223:rxn>
            </p223:reactions>
          </p:ext>
        </p188:extLst>
      </p188:reply>
    </p188:replyLst>
    <p188:txBody>
      <a:bodyPr/>
      <a:lstStyle/>
      <a:p>
        <a:r>
          <a:rPr lang="en-US"/>
          <a:t>Do Physical workstations ever go outside the States?</a:t>
        </a:r>
      </a:p>
    </p188:txBody>
  </p188:cm>
</p188:cmLst>
</file>

<file path=ppt/comments/modernComment_105_A143B01C.xml><?xml version="1.0" encoding="utf-8"?>
<p188:cmLst xmlns:a="http://schemas.openxmlformats.org/drawingml/2006/main" xmlns:r="http://schemas.openxmlformats.org/officeDocument/2006/relationships" xmlns:p188="http://schemas.microsoft.com/office/powerpoint/2018/8/main">
  <p188:cm id="{920D1ABD-9A52-4EDF-A954-4307651A8320}" authorId="{41AF54A9-9CBB-CE18-AED6-3F9566609CB0}" created="2026-06-25T12:54:30.870">
    <pc:sldMkLst xmlns:pc="http://schemas.microsoft.com/office/powerpoint/2013/main/command">
      <pc:docMk/>
      <pc:sldMk cId="2705567772" sldId="261"/>
    </pc:sldMkLst>
    <p188:txBody>
      <a:bodyPr/>
      <a:lstStyle/>
      <a:p>
        <a:r>
          <a:rPr lang="en-US"/>
          <a:t>Where does the Green Security status check occur?</a:t>
        </a:r>
      </a:p>
    </p188:txBody>
  </p188:cm>
  <p188:cm id="{2C20170E-C542-4E40-8AA4-F0A86F6D73EE}" authorId="{388DB1CA-CE90-2FEF-1D7B-04FE64A37D45}" created="2026-06-25T13:20:38.159">
    <ac:deMkLst xmlns:ac="http://schemas.microsoft.com/office/drawing/2013/main/command">
      <pc:docMk xmlns:pc="http://schemas.microsoft.com/office/powerpoint/2013/main/command"/>
      <pc:sldMk xmlns:pc="http://schemas.microsoft.com/office/powerpoint/2013/main/command" cId="2705567772" sldId="261"/>
      <ac:spMk id="171" creationId="{4D1A7A3A-809D-CB29-04B9-ACB11C92F111}"/>
    </ac:deMkLst>
    <p188:txBody>
      <a:bodyPr/>
      <a:lstStyle/>
      <a:p>
        <a:r>
          <a:rPr lang="en-US"/>
          <a:t>Remote Access requests require the end user signing an agreement</a:t>
        </a:r>
      </a:p>
    </p188:txBody>
  </p188:cm>
  <p188:cm id="{D33C70BB-1AA1-429E-A147-6BCBFDED0473}" authorId="{41AF54A9-9CBB-CE18-AED6-3F9566609CB0}" created="2026-06-25T13:22:44.212">
    <pc:sldMkLst xmlns:pc="http://schemas.microsoft.com/office/powerpoint/2013/main/command">
      <pc:docMk/>
      <pc:sldMk cId="2705567772" sldId="261"/>
    </pc:sldMkLst>
    <p188:replyLst>
      <p188:reply id="{8C74C8C4-912C-4380-9465-D2D866459C1C}" authorId="{9D0102D9-EACA-A3C2-30D7-73BF2772ED19}" created="2026-06-25T13:53:14.237">
        <p188:txBody>
          <a:bodyPr/>
          <a:lstStyle/>
          <a:p>
            <a:r>
              <a:rPr lang="en-US"/>
              <a:t>We are going to add something for mobile phone for int</a:t>
            </a:r>
          </a:p>
        </p188:txBody>
      </p188:reply>
      <p188:reply id="{A7D08B45-A0ED-4918-8201-EE68EBD6E7A2}" authorId="{9D0102D9-EACA-A3C2-30D7-73BF2772ED19}" created="2026-06-25T13:56:09.322">
        <p188:txBody>
          <a:bodyPr/>
          <a:lstStyle/>
          <a:p>
            <a:r>
              <a:rPr lang="en-US"/>
              <a:t>ServiceNow features a specific field type called Phone Number (E.164). When you use this attribute, ServiceNow automatically generates a clean, dual-component UI directly inside the field:</a:t>
            </a:r>
          </a:p>
        </p188:txBody>
      </p188:reply>
    </p188:replyLst>
    <p188:txBody>
      <a:bodyPr/>
      <a:lstStyle/>
      <a:p>
        <a:r>
          <a:rPr lang="en-US"/>
          <a:t>Int'l phone number considerations?</a:t>
        </a:r>
      </a:p>
    </p188:txBody>
  </p188:cm>
  <p188:cm id="{2D28BEE6-6A5A-4AB9-8591-5475C1DF7A48}" authorId="{388DB1CA-CE90-2FEF-1D7B-04FE64A37D45}" created="2026-06-25T13:28:17.187">
    <ac:deMkLst xmlns:ac="http://schemas.microsoft.com/office/drawing/2013/main/command">
      <pc:docMk xmlns:pc="http://schemas.microsoft.com/office/powerpoint/2013/main/command"/>
      <pc:sldMk xmlns:pc="http://schemas.microsoft.com/office/powerpoint/2013/main/command" cId="2705567772" sldId="261"/>
      <ac:spMk id="142" creationId="{DF5ED495-9A98-47D0-EBFD-682B6E09ED8A}"/>
    </ac:deMkLst>
    <p188:replyLst>
      <p188:reply id="{0FAB3496-040A-4B7C-93E9-7EF5C865582F}" authorId="{9D0102D9-EACA-A3C2-30D7-73BF2772ED19}" created="2026-06-25T13:52:38.392">
        <p188:txBody>
          <a:bodyPr/>
          <a:lstStyle/>
          <a:p>
            <a:r>
              <a:rPr lang="en-US"/>
              <a:t>That's dependent on user type</a:t>
            </a:r>
          </a:p>
        </p188:txBody>
      </p188:reply>
    </p188:replyLst>
    <p188:txBody>
      <a:bodyPr/>
      <a:lstStyle/>
      <a:p>
        <a:r>
          <a:rPr lang="en-US"/>
          <a:t>Not everyone will have an NPI</a:t>
        </a:r>
      </a:p>
    </p188:txBody>
    <p188:extLst>
      <p:ext xmlns:p="http://schemas.openxmlformats.org/presentationml/2006/main" uri="{57CB4572-C831-44C2-8A1C-0ADB6CCDFE69}">
        <p223:reactions xmlns:p223="http://schemas.microsoft.com/office/powerpoint/2022/03/main">
          <p223:rxn type="👍">
            <p223:instance time="2026-06-25T14:00:12.453" authorId="{388DB1CA-CE90-2FEF-1D7B-04FE64A37D45}"/>
          </p223:rxn>
        </p223:reactions>
      </p:ext>
    </p188:extLst>
  </p188:cm>
  <p188:cm id="{C05A2945-47BF-4BF3-9A2F-A44E2931F62C}" authorId="{388DB1CA-CE90-2FEF-1D7B-04FE64A37D45}" created="2026-06-25T14:02:02.656">
    <ac:deMkLst xmlns:ac="http://schemas.microsoft.com/office/drawing/2013/main/command">
      <pc:docMk xmlns:pc="http://schemas.microsoft.com/office/powerpoint/2013/main/command"/>
      <pc:sldMk xmlns:pc="http://schemas.microsoft.com/office/powerpoint/2013/main/command" cId="2705567772" sldId="261"/>
      <ac:spMk id="124" creationId="{3356B0C6-0979-732F-192A-1AB35B36BEAB}"/>
    </ac:deMkLst>
    <p188:txBody>
      <a:bodyPr/>
      <a:lstStyle/>
      <a:p>
        <a:r>
          <a:rPr lang="en-US"/>
          <a:t>Is this field for the Manager/Sponsor?</a:t>
        </a:r>
      </a:p>
    </p188:txBody>
  </p188:cm>
  <p188:cm id="{AEAA9934-A09F-450E-8A90-0862E2536751}" authorId="{69B58E9C-BCD2-E512-1AE5-E01D42002B83}" created="2026-06-25T14:18:24.713">
    <pc:sldMkLst xmlns:pc="http://schemas.microsoft.com/office/powerpoint/2013/main/command">
      <pc:docMk/>
      <pc:sldMk cId="2705567772" sldId="261"/>
    </pc:sldMkLst>
    <p188:txBody>
      <a:bodyPr/>
      <a:lstStyle/>
      <a:p>
        <a:r>
          <a:rPr lang="en-US"/>
          <a:t>End Date is not required for all NNE’s.  Is this field only required for identity types for which a value is required?</a:t>
        </a:r>
      </a:p>
    </p188:txBody>
  </p188:cm>
</p188:cmLst>
</file>

<file path=ppt/comments/modernComment_106_432D946D.xml><?xml version="1.0" encoding="utf-8"?>
<p188:cmLst xmlns:a="http://schemas.openxmlformats.org/drawingml/2006/main" xmlns:r="http://schemas.openxmlformats.org/officeDocument/2006/relationships" xmlns:p188="http://schemas.microsoft.com/office/powerpoint/2018/8/main">
  <p188:cm id="{390A36DC-B9F9-4777-8D53-1E1D76C13E55}" authorId="{388DB1CA-CE90-2FEF-1D7B-04FE64A37D45}" created="2026-06-25T13:27:35.919">
    <pc:sldMkLst xmlns:pc="http://schemas.microsoft.com/office/powerpoint/2013/main/command">
      <pc:docMk/>
      <pc:sldMk cId="1127060589" sldId="262"/>
    </pc:sldMkLst>
    <p188:replyLst>
      <p188:reply id="{3ED5BEE2-2682-4734-9E17-723DDE4731EB}" authorId="{9D0102D9-EACA-A3C2-30D7-73BF2772ED19}" created="2026-06-25T14:04:53.390">
        <p188:txBody>
          <a:bodyPr/>
          <a:lstStyle/>
          <a:p>
            <a:r>
              <a:rPr lang="en-US"/>
              <a:t>This is the Access Request Form</a:t>
            </a:r>
          </a:p>
        </p188:txBody>
      </p188:reply>
    </p188:replyLst>
    <p188:txBody>
      <a:bodyPr/>
      <a:lstStyle/>
      <a:p>
        <a:r>
          <a:rPr lang="en-US"/>
          <a:t>Is this a separate form from the non-employee onboarding form or part of it?</a:t>
        </a:r>
      </a:p>
    </p188:txBody>
  </p188:cm>
  <p188:cm id="{73B45C1E-E462-400A-9E78-121A7F57DC39}" authorId="{388DB1CA-CE90-2FEF-1D7B-04FE64A37D45}" created="2026-06-25T14:20:02.284">
    <pc:sldMkLst xmlns:pc="http://schemas.microsoft.com/office/powerpoint/2013/main/command">
      <pc:docMk/>
      <pc:sldMk cId="1127060589" sldId="262"/>
    </pc:sldMkLst>
    <p188:txBody>
      <a:bodyPr/>
      <a:lstStyle/>
      <a:p>
        <a:r>
          <a:rPr lang="en-US"/>
          <a:t>Putting a note here: Applications that require further information for provisioning. Voalte, NHNHRMC Voalte, Pyxis...ETC Can this form kick off the voalte request forms already built. 
How would that function with multiple selected users.
Can we engage IAM to also build a pyxis form to streamline nursing/clinician onboarding.</a:t>
        </a:r>
      </a:p>
    </p188:txBody>
  </p188:cm>
  <p188:cm id="{C216E2D8-6FE6-467B-B797-9F9AA9E81533}" authorId="{9AABC8C6-E9D9-338E-33B8-E5BAF2157149}" created="2026-06-25T14:20:06.381">
    <pc:sldMkLst xmlns:pc="http://schemas.microsoft.com/office/powerpoint/2013/main/command">
      <pc:docMk/>
      <pc:sldMk cId="1127060589" sldId="262"/>
    </pc:sldMkLst>
    <p188:replyLst>
      <p188:reply id="{78294810-8FDF-4A59-A20C-1E43A2EF904A}" authorId="{9AABC8C6-E9D9-338E-33B8-E5BAF2157149}" created="2026-06-25T14:21:01.926">
        <p188:txBody>
          <a:bodyPr/>
          <a:lstStyle/>
          <a:p>
            <a:r>
              <a:rPr lang="en-US"/>
              <a:t>Also I would advise making the bundled role catalog display birthright granted roles. This is because birthrights are auto granted while requested access requires approval, and requestable access implies optional access. Birthrights should be minimum necessary access, while requestable access is add-on.
Additionally makes auditing confusing because there are mutliple pathways to getting a role.
Additionally invites team members to request access for things their reports will get by default.</a:t>
            </a:r>
          </a:p>
        </p188:txBody>
      </p188:reply>
    </p188:replyLst>
    <p188:txBody>
      <a:bodyPr/>
      <a:lstStyle/>
      <a:p>
        <a:r>
          <a:rPr lang="en-US"/>
          <a:t>Ideally we use a branch on the access request form to allow the user to pick between bundled roles and application roles.</a:t>
        </a:r>
      </a:p>
    </p188:txBody>
  </p188:cm>
</p188:cmLst>
</file>

<file path=ppt/comments/modernComment_108_E76F74F0.xml><?xml version="1.0" encoding="utf-8"?>
<p188:cmLst xmlns:a="http://schemas.openxmlformats.org/drawingml/2006/main" xmlns:r="http://schemas.openxmlformats.org/officeDocument/2006/relationships" xmlns:p188="http://schemas.microsoft.com/office/powerpoint/2018/8/main">
  <p188:cm id="{D82893FF-BE53-483F-9FD8-7F4DD56FDE86}" authorId="{41AF54A9-9CBB-CE18-AED6-3F9566609CB0}" created="2026-06-25T12:54:30.870">
    <pc:sldMkLst xmlns:pc="http://schemas.microsoft.com/office/powerpoint/2013/main/command">
      <pc:docMk/>
      <pc:sldMk cId="2705567772" sldId="261"/>
    </pc:sldMkLst>
    <p188:txBody>
      <a:bodyPr/>
      <a:lstStyle/>
      <a:p>
        <a:r>
          <a:rPr lang="en-US"/>
          <a:t>Where does the Green Security status check occur?</a:t>
        </a:r>
      </a:p>
    </p188:txBody>
  </p188:cm>
  <p188:cm id="{3283B040-48EE-40C7-AB7D-6CC731C5D538}" authorId="{388DB1CA-CE90-2FEF-1D7B-04FE64A37D45}" created="2026-06-25T13:20:38.159">
    <ac:deMkLst xmlns:ac="http://schemas.microsoft.com/office/drawing/2013/main/command">
      <pc:docMk xmlns:pc="http://schemas.microsoft.com/office/powerpoint/2013/main/command"/>
      <pc:sldMk xmlns:pc="http://schemas.microsoft.com/office/powerpoint/2013/main/command" cId="3882841328" sldId="264"/>
      <ac:spMk id="171" creationId="{8049937A-326A-CAF8-6B95-98129A6EF37D}"/>
    </ac:deMkLst>
    <p188:txBody>
      <a:bodyPr/>
      <a:lstStyle/>
      <a:p>
        <a:r>
          <a:rPr lang="en-US"/>
          <a:t>Remote Access requests require the end user signing an agreement</a:t>
        </a:r>
      </a:p>
    </p188:txBody>
  </p188:cm>
  <p188:cm id="{D3BAFE6E-0149-4D72-A3A5-D6205A581EE8}" authorId="{41AF54A9-9CBB-CE18-AED6-3F9566609CB0}" created="2026-06-25T13:22:44.212">
    <pc:sldMkLst xmlns:pc="http://schemas.microsoft.com/office/powerpoint/2013/main/command">
      <pc:docMk/>
      <pc:sldMk cId="2705567772" sldId="261"/>
    </pc:sldMkLst>
    <p188:replyLst>
      <p188:reply id="{8C74C8C4-912C-4380-9465-D2D866459C1C}" authorId="{9D0102D9-EACA-A3C2-30D7-73BF2772ED19}" created="2026-06-25T13:53:14.237">
        <p188:txBody>
          <a:bodyPr/>
          <a:lstStyle/>
          <a:p>
            <a:r>
              <a:rPr lang="en-US"/>
              <a:t>We are going to add something for mobile phone for int</a:t>
            </a:r>
          </a:p>
        </p188:txBody>
      </p188:reply>
      <p188:reply id="{A7D08B45-A0ED-4918-8201-EE68EBD6E7A2}" authorId="{9D0102D9-EACA-A3C2-30D7-73BF2772ED19}" created="2026-06-25T13:56:09.322">
        <p188:txBody>
          <a:bodyPr/>
          <a:lstStyle/>
          <a:p>
            <a:r>
              <a:rPr lang="en-US"/>
              <a:t>ServiceNow features a specific field type called Phone Number (E.164). When you use this attribute, ServiceNow automatically generates a clean, dual-component UI directly inside the field:</a:t>
            </a:r>
          </a:p>
        </p188:txBody>
      </p188:reply>
    </p188:replyLst>
    <p188:txBody>
      <a:bodyPr/>
      <a:lstStyle/>
      <a:p>
        <a:r>
          <a:rPr lang="en-US"/>
          <a:t>Int'l phone number considerations?</a:t>
        </a:r>
      </a:p>
    </p188:txBody>
  </p188:cm>
  <p188:cm id="{33E8F71A-7454-4F38-873D-F0AF77B3B557}" authorId="{388DB1CA-CE90-2FEF-1D7B-04FE64A37D45}" created="2026-06-25T13:28:17.187">
    <ac:deMkLst xmlns:ac="http://schemas.microsoft.com/office/drawing/2013/main/command">
      <pc:docMk xmlns:pc="http://schemas.microsoft.com/office/powerpoint/2013/main/command"/>
      <pc:sldMk xmlns:pc="http://schemas.microsoft.com/office/powerpoint/2013/main/command" cId="3882841328" sldId="264"/>
      <ac:spMk id="142" creationId="{917E48A0-5649-0B88-7A5A-29E990BCE809}"/>
    </ac:deMkLst>
    <p188:replyLst>
      <p188:reply id="{0FAB3496-040A-4B7C-93E9-7EF5C865582F}" authorId="{9D0102D9-EACA-A3C2-30D7-73BF2772ED19}" created="2026-06-25T13:52:38.392">
        <p188:txBody>
          <a:bodyPr/>
          <a:lstStyle/>
          <a:p>
            <a:r>
              <a:rPr lang="en-US"/>
              <a:t>That's dependent on user type</a:t>
            </a:r>
          </a:p>
        </p188:txBody>
      </p188:reply>
    </p188:replyLst>
    <p188:txBody>
      <a:bodyPr/>
      <a:lstStyle/>
      <a:p>
        <a:r>
          <a:rPr lang="en-US"/>
          <a:t>Not everyone will have an NPI</a:t>
        </a:r>
      </a:p>
    </p188:txBody>
    <p188:extLst>
      <p:ext xmlns:p="http://schemas.openxmlformats.org/presentationml/2006/main" uri="{57CB4572-C831-44C2-8A1C-0ADB6CCDFE69}">
        <p223:reactions xmlns:p223="http://schemas.microsoft.com/office/powerpoint/2022/03/main">
          <p223:rxn type="👍">
            <p223:instance time="2026-06-25T14:00:12.453" authorId="{388DB1CA-CE90-2FEF-1D7B-04FE64A37D45}"/>
          </p223:rxn>
        </p223:reactions>
      </p:ext>
    </p188:extLst>
  </p188:cm>
  <p188:cm id="{23C0CBEA-DED1-4AD7-B63B-DA456EDF9BA3}" authorId="{388DB1CA-CE90-2FEF-1D7B-04FE64A37D45}" created="2026-06-25T14:02:02.656">
    <ac:deMkLst xmlns:ac="http://schemas.microsoft.com/office/drawing/2013/main/command">
      <pc:docMk xmlns:pc="http://schemas.microsoft.com/office/powerpoint/2013/main/command"/>
      <pc:sldMk xmlns:pc="http://schemas.microsoft.com/office/powerpoint/2013/main/command" cId="3882841328" sldId="264"/>
      <ac:spMk id="124" creationId="{FDDC32E6-C6AC-EF77-C6E5-730BACC8655E}"/>
    </ac:deMkLst>
    <p188:txBody>
      <a:bodyPr/>
      <a:lstStyle/>
      <a:p>
        <a:r>
          <a:rPr lang="en-US"/>
          <a:t>Is this field for the Manager/Sponsor?</a:t>
        </a:r>
      </a:p>
    </p188:txBody>
  </p188:cm>
  <p188:cm id="{CF27A2A8-DC29-402F-922A-8F0F165A646E}" authorId="{69B58E9C-BCD2-E512-1AE5-E01D42002B83}" created="2026-06-25T14:18:24.713">
    <pc:sldMkLst xmlns:pc="http://schemas.microsoft.com/office/powerpoint/2013/main/command">
      <pc:docMk/>
      <pc:sldMk cId="2705567772" sldId="261"/>
    </pc:sldMkLst>
    <p188:txBody>
      <a:bodyPr/>
      <a:lstStyle/>
      <a:p>
        <a:r>
          <a:rPr lang="en-US"/>
          <a:t>End Date is not required for all NNE’s.  Is this field only required for identity types for which a value is required?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F5F857-45B5-4794-A3CD-3B01AC503938}" type="datetimeFigureOut">
              <a:rPr lang="en-US" smtClean="0"/>
              <a:t>6/25/2026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5A043-03C0-41F4-BD6B-677F7A487CFA}" type="slidenum">
              <a:rPr lang="en-US" smtClean="0"/>
              <a:t>‹#›</a:t>
            </a:fld>
            <a:endParaRPr lang="en-US"/>
          </a:p>
        </p:txBody>
      </p:sp>
    </p:spTree>
    <p:extLst>
      <p:ext uri="{BB962C8B-B14F-4D97-AF65-F5344CB8AC3E}">
        <p14:creationId xmlns:p14="http://schemas.microsoft.com/office/powerpoint/2010/main" val="190866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t>Non-Novant Worker onboarding Request</a:t>
            </a:r>
          </a:p>
          <a:p>
            <a:r>
              <a:rPr lang="en-US"/>
              <a:t>Non-Novant Worker Change Onboard Request</a:t>
            </a:r>
          </a:p>
          <a:p>
            <a:endParaRPr lang="en-US"/>
          </a:p>
        </p:txBody>
      </p:sp>
      <p:sp>
        <p:nvSpPr>
          <p:cNvPr id="4" name="Slide Number Placeholder 3"/>
          <p:cNvSpPr>
            <a:spLocks noGrp="1"/>
          </p:cNvSpPr>
          <p:nvPr>
            <p:ph type="sldNum" sz="quarter" idx="5"/>
          </p:nvPr>
        </p:nvSpPr>
        <p:spPr/>
        <p:txBody>
          <a:bodyPr/>
          <a:lstStyle/>
          <a:p>
            <a:fld id="{0DC5A043-03C0-41F4-BD6B-677F7A487CFA}" type="slidenum">
              <a:rPr lang="en-US" smtClean="0"/>
              <a:t>4</a:t>
            </a:fld>
            <a:endParaRPr lang="en-US"/>
          </a:p>
        </p:txBody>
      </p:sp>
    </p:spTree>
    <p:extLst>
      <p:ext uri="{BB962C8B-B14F-4D97-AF65-F5344CB8AC3E}">
        <p14:creationId xmlns:p14="http://schemas.microsoft.com/office/powerpoint/2010/main" val="3916124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7B0D44-5FE4-4CC3-B6C0-8D47FCBF75A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32437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B0D44-5FE4-4CC3-B6C0-8D47FCBF75A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2421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7B0D44-5FE4-4CC3-B6C0-8D47FCBF75A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495750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7B0D44-5FE4-4CC3-B6C0-8D47FCBF75AA}"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2382509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7B0D44-5FE4-4CC3-B6C0-8D47FCBF75AA}"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318245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7B0D44-5FE4-4CC3-B6C0-8D47FCBF75AA}"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4264212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7B0D44-5FE4-4CC3-B6C0-8D47FCBF75AA}"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121341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7B0D44-5FE4-4CC3-B6C0-8D47FCBF75AA}"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3681256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7B0D44-5FE4-4CC3-B6C0-8D47FCBF75AA}"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692348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B0D44-5FE4-4CC3-B6C0-8D47FCBF75A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222952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B0D44-5FE4-4CC3-B6C0-8D47FCBF75A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1377B3-CFC7-4E02-AAA8-EAD8E49A33B2}" type="slidenum">
              <a:rPr lang="en-US" smtClean="0"/>
              <a:t>‹#›</a:t>
            </a:fld>
            <a:endParaRPr lang="en-US"/>
          </a:p>
        </p:txBody>
      </p:sp>
    </p:spTree>
    <p:extLst>
      <p:ext uri="{BB962C8B-B14F-4D97-AF65-F5344CB8AC3E}">
        <p14:creationId xmlns:p14="http://schemas.microsoft.com/office/powerpoint/2010/main" val="1018383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7B0D44-5FE4-4CC3-B6C0-8D47FCBF75AA}" type="datetimeFigureOut">
              <a:rPr lang="en-US" smtClean="0"/>
              <a:t>6/25/2026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1377B3-CFC7-4E02-AAA8-EAD8E49A33B2}" type="slidenum">
              <a:rPr lang="en-US" smtClean="0"/>
              <a:t>‹#›</a:t>
            </a:fld>
            <a:endParaRPr lang="en-US"/>
          </a:p>
        </p:txBody>
      </p:sp>
    </p:spTree>
    <p:extLst>
      <p:ext uri="{BB962C8B-B14F-4D97-AF65-F5344CB8AC3E}">
        <p14:creationId xmlns:p14="http://schemas.microsoft.com/office/powerpoint/2010/main" val="2937518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5_A143B01C.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4_661648EF.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8_E76F74F0.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C_A45DE1FD.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06_432D946D.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7BCC76E-5C45-3661-A241-F054EFC32E11}"/>
              </a:ext>
            </a:extLst>
          </p:cNvPr>
          <p:cNvSpPr/>
          <p:nvPr/>
        </p:nvSpPr>
        <p:spPr>
          <a:xfrm>
            <a:off x="1057275" y="2057400"/>
            <a:ext cx="1633538" cy="24812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50" b="1" err="1"/>
              <a:t>Sailpoint</a:t>
            </a:r>
            <a:r>
              <a:rPr lang="en-US" sz="1050" b="1"/>
              <a:t> IIQ 8.5</a:t>
            </a:r>
          </a:p>
        </p:txBody>
      </p:sp>
      <p:sp>
        <p:nvSpPr>
          <p:cNvPr id="7" name="Rectangle 6">
            <a:extLst>
              <a:ext uri="{FF2B5EF4-FFF2-40B4-BE49-F238E27FC236}">
                <a16:creationId xmlns:a16="http://schemas.microsoft.com/office/drawing/2014/main" id="{3823A317-7C13-679D-8D4C-657F4778A7FC}"/>
              </a:ext>
            </a:extLst>
          </p:cNvPr>
          <p:cNvSpPr/>
          <p:nvPr/>
        </p:nvSpPr>
        <p:spPr>
          <a:xfrm>
            <a:off x="4672013" y="2009775"/>
            <a:ext cx="3686175" cy="3095625"/>
          </a:xfrm>
          <a:prstGeom prst="rect">
            <a:avLst/>
          </a:prstGeom>
          <a:solidFill>
            <a:schemeClr val="bg1">
              <a:lumMod val="95000"/>
            </a:schemeClr>
          </a:solidFill>
          <a:ln>
            <a:solidFill>
              <a:srgbClr val="FF0000"/>
            </a:solidFill>
          </a:ln>
        </p:spPr>
        <p:style>
          <a:lnRef idx="1">
            <a:schemeClr val="accent4"/>
          </a:lnRef>
          <a:fillRef idx="2">
            <a:schemeClr val="accent4"/>
          </a:fillRef>
          <a:effectRef idx="1">
            <a:schemeClr val="accent4"/>
          </a:effectRef>
          <a:fontRef idx="minor">
            <a:schemeClr val="dk1"/>
          </a:fontRef>
        </p:style>
        <p:txBody>
          <a:bodyPr rtlCol="0" anchor="t"/>
          <a:lstStyle/>
          <a:p>
            <a:r>
              <a:rPr lang="en-US" sz="1200" b="1">
                <a:solidFill>
                  <a:srgbClr val="FF0000"/>
                </a:solidFill>
              </a:rPr>
              <a:t>Service Now</a:t>
            </a:r>
          </a:p>
        </p:txBody>
      </p:sp>
      <p:sp>
        <p:nvSpPr>
          <p:cNvPr id="5" name="Rectangle 4">
            <a:extLst>
              <a:ext uri="{FF2B5EF4-FFF2-40B4-BE49-F238E27FC236}">
                <a16:creationId xmlns:a16="http://schemas.microsoft.com/office/drawing/2014/main" id="{91F5CB20-20D8-2BF9-6B2B-B6F072B56B8F}"/>
              </a:ext>
            </a:extLst>
          </p:cNvPr>
          <p:cNvSpPr/>
          <p:nvPr/>
        </p:nvSpPr>
        <p:spPr>
          <a:xfrm>
            <a:off x="7150894" y="3021806"/>
            <a:ext cx="1042988" cy="552450"/>
          </a:xfrm>
          <a:prstGeom prst="rect">
            <a:avLst/>
          </a:prstGeom>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750"/>
              <a:t>Non-Employee Onboarding Form</a:t>
            </a:r>
          </a:p>
        </p:txBody>
      </p:sp>
      <p:cxnSp>
        <p:nvCxnSpPr>
          <p:cNvPr id="9" name="Straight Arrow Connector 8">
            <a:extLst>
              <a:ext uri="{FF2B5EF4-FFF2-40B4-BE49-F238E27FC236}">
                <a16:creationId xmlns:a16="http://schemas.microsoft.com/office/drawing/2014/main" id="{FADCECC9-051D-4AC0-42B4-17AA6927FAB5}"/>
              </a:ext>
            </a:extLst>
          </p:cNvPr>
          <p:cNvCxnSpPr>
            <a:cxnSpLocks/>
            <a:stCxn id="5" idx="1"/>
          </p:cNvCxnSpPr>
          <p:nvPr/>
        </p:nvCxnSpPr>
        <p:spPr>
          <a:xfrm flipH="1">
            <a:off x="6817519" y="3298031"/>
            <a:ext cx="3333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5" name="Graphic 14" descr="Arrow circle with solid fill">
            <a:extLst>
              <a:ext uri="{FF2B5EF4-FFF2-40B4-BE49-F238E27FC236}">
                <a16:creationId xmlns:a16="http://schemas.microsoft.com/office/drawing/2014/main" id="{5247B049-D642-3E21-12DF-033505C056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86512" y="3043237"/>
            <a:ext cx="509588" cy="509588"/>
          </a:xfrm>
          <a:prstGeom prst="rect">
            <a:avLst/>
          </a:prstGeom>
        </p:spPr>
      </p:pic>
      <p:cxnSp>
        <p:nvCxnSpPr>
          <p:cNvPr id="19" name="Straight Arrow Connector 18">
            <a:extLst>
              <a:ext uri="{FF2B5EF4-FFF2-40B4-BE49-F238E27FC236}">
                <a16:creationId xmlns:a16="http://schemas.microsoft.com/office/drawing/2014/main" id="{A989175E-2A23-CA4A-CFBD-5E521C5D001A}"/>
              </a:ext>
            </a:extLst>
          </p:cNvPr>
          <p:cNvCxnSpPr>
            <a:cxnSpLocks/>
          </p:cNvCxnSpPr>
          <p:nvPr/>
        </p:nvCxnSpPr>
        <p:spPr>
          <a:xfrm flipH="1">
            <a:off x="2690813" y="2547938"/>
            <a:ext cx="1981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46152C3E-D461-CD83-52BE-37AD9B228BA6}"/>
              </a:ext>
            </a:extLst>
          </p:cNvPr>
          <p:cNvSpPr/>
          <p:nvPr/>
        </p:nvSpPr>
        <p:spPr>
          <a:xfrm>
            <a:off x="3119438" y="1896666"/>
            <a:ext cx="1219200" cy="552450"/>
          </a:xfrm>
          <a:prstGeom prst="rect">
            <a:avLst/>
          </a:prstGeom>
          <a:solidFill>
            <a:schemeClr val="bg1"/>
          </a:solidFill>
          <a:ln>
            <a:solidFill>
              <a:schemeClr val="accent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750"/>
              <a:t>ServiceNow fires an outbound event (REST call) on hire/term to </a:t>
            </a:r>
            <a:r>
              <a:rPr lang="en-US" sz="750" err="1"/>
              <a:t>Sailpoint</a:t>
            </a:r>
            <a:r>
              <a:rPr lang="en-US" sz="750"/>
              <a:t> IIQ.</a:t>
            </a:r>
          </a:p>
        </p:txBody>
      </p:sp>
    </p:spTree>
    <p:extLst>
      <p:ext uri="{BB962C8B-B14F-4D97-AF65-F5344CB8AC3E}">
        <p14:creationId xmlns:p14="http://schemas.microsoft.com/office/powerpoint/2010/main" val="1228981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1F2A6-0E2A-AB6E-B3A8-48D2D410D374}"/>
            </a:ext>
          </a:extLst>
        </p:cNvPr>
        <p:cNvGrpSpPr/>
        <p:nvPr/>
      </p:nvGrpSpPr>
      <p:grpSpPr>
        <a:xfrm>
          <a:off x="0" y="0"/>
          <a:ext cx="0" cy="0"/>
          <a:chOff x="0" y="0"/>
          <a:chExt cx="0" cy="0"/>
        </a:xfrm>
      </p:grpSpPr>
      <p:grpSp>
        <p:nvGrpSpPr>
          <p:cNvPr id="43" name="Group 42">
            <a:extLst>
              <a:ext uri="{FF2B5EF4-FFF2-40B4-BE49-F238E27FC236}">
                <a16:creationId xmlns:a16="http://schemas.microsoft.com/office/drawing/2014/main" id="{D409BF44-346F-97B8-3D3E-EA9EA15650AB}"/>
              </a:ext>
            </a:extLst>
          </p:cNvPr>
          <p:cNvGrpSpPr/>
          <p:nvPr/>
        </p:nvGrpSpPr>
        <p:grpSpPr>
          <a:xfrm>
            <a:off x="221742" y="460071"/>
            <a:ext cx="2043684" cy="425196"/>
            <a:chOff x="221742" y="1159002"/>
            <a:chExt cx="2043684" cy="425196"/>
          </a:xfrm>
        </p:grpSpPr>
        <p:sp>
          <p:nvSpPr>
            <p:cNvPr id="12" name="Rectangle 11">
              <a:extLst>
                <a:ext uri="{FF2B5EF4-FFF2-40B4-BE49-F238E27FC236}">
                  <a16:creationId xmlns:a16="http://schemas.microsoft.com/office/drawing/2014/main" id="{CF7E59C2-52EB-BDEA-036A-CF9016877BAD}"/>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chemeClr val="tx1"/>
                  </a:solidFill>
                </a:rPr>
                <a:t>Identity Type</a:t>
              </a:r>
            </a:p>
          </p:txBody>
        </p:sp>
        <p:grpSp>
          <p:nvGrpSpPr>
            <p:cNvPr id="42" name="Group 41">
              <a:extLst>
                <a:ext uri="{FF2B5EF4-FFF2-40B4-BE49-F238E27FC236}">
                  <a16:creationId xmlns:a16="http://schemas.microsoft.com/office/drawing/2014/main" id="{FB65D477-45A7-B9F9-12ED-0459832F98D2}"/>
                </a:ext>
              </a:extLst>
            </p:cNvPr>
            <p:cNvGrpSpPr/>
            <p:nvPr/>
          </p:nvGrpSpPr>
          <p:grpSpPr>
            <a:xfrm>
              <a:off x="221742" y="1371600"/>
              <a:ext cx="2043684" cy="212598"/>
              <a:chOff x="221742" y="1371600"/>
              <a:chExt cx="2043684" cy="212598"/>
            </a:xfrm>
          </p:grpSpPr>
          <p:sp>
            <p:nvSpPr>
              <p:cNvPr id="35" name="Rectangle: Rounded Corners 34">
                <a:extLst>
                  <a:ext uri="{FF2B5EF4-FFF2-40B4-BE49-F238E27FC236}">
                    <a16:creationId xmlns:a16="http://schemas.microsoft.com/office/drawing/2014/main" id="{84E7C9D2-66FA-96DE-1EBF-F88927C5B162}"/>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37" name="Isosceles Triangle 36">
                <a:extLst>
                  <a:ext uri="{FF2B5EF4-FFF2-40B4-BE49-F238E27FC236}">
                    <a16:creationId xmlns:a16="http://schemas.microsoft.com/office/drawing/2014/main" id="{A57603A4-1B47-9224-C277-675E0388CD9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8594CB1F-4A2B-9DC8-74BA-86C1BDAB2BF5}"/>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44" name="Group 43">
            <a:extLst>
              <a:ext uri="{FF2B5EF4-FFF2-40B4-BE49-F238E27FC236}">
                <a16:creationId xmlns:a16="http://schemas.microsoft.com/office/drawing/2014/main" id="{5FD94E4C-8F59-19ED-1DD1-5755D791CE95}"/>
              </a:ext>
            </a:extLst>
          </p:cNvPr>
          <p:cNvGrpSpPr/>
          <p:nvPr/>
        </p:nvGrpSpPr>
        <p:grpSpPr>
          <a:xfrm>
            <a:off x="2775325" y="5031053"/>
            <a:ext cx="2043684" cy="425196"/>
            <a:chOff x="221742" y="1159002"/>
            <a:chExt cx="2043684" cy="425196"/>
          </a:xfrm>
        </p:grpSpPr>
        <p:sp>
          <p:nvSpPr>
            <p:cNvPr id="45" name="Rectangle 44">
              <a:extLst>
                <a:ext uri="{FF2B5EF4-FFF2-40B4-BE49-F238E27FC236}">
                  <a16:creationId xmlns:a16="http://schemas.microsoft.com/office/drawing/2014/main" id="{D81BD7C0-0A35-659E-E4CB-1AC09017A855}"/>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Job Code</a:t>
              </a:r>
            </a:p>
          </p:txBody>
        </p:sp>
        <p:grpSp>
          <p:nvGrpSpPr>
            <p:cNvPr id="46" name="Group 45">
              <a:extLst>
                <a:ext uri="{FF2B5EF4-FFF2-40B4-BE49-F238E27FC236}">
                  <a16:creationId xmlns:a16="http://schemas.microsoft.com/office/drawing/2014/main" id="{662472E0-0273-A7BB-3B3D-2EF29EDE2CA0}"/>
                </a:ext>
              </a:extLst>
            </p:cNvPr>
            <p:cNvGrpSpPr/>
            <p:nvPr/>
          </p:nvGrpSpPr>
          <p:grpSpPr>
            <a:xfrm>
              <a:off x="221742" y="1371600"/>
              <a:ext cx="2043684" cy="212598"/>
              <a:chOff x="221742" y="1371600"/>
              <a:chExt cx="2043684" cy="212598"/>
            </a:xfrm>
          </p:grpSpPr>
          <p:sp>
            <p:nvSpPr>
              <p:cNvPr id="47" name="Rectangle: Rounded Corners 46">
                <a:extLst>
                  <a:ext uri="{FF2B5EF4-FFF2-40B4-BE49-F238E27FC236}">
                    <a16:creationId xmlns:a16="http://schemas.microsoft.com/office/drawing/2014/main" id="{3C57681F-86E6-2BEC-9625-F69E607E8180}"/>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48" name="Isosceles Triangle 47">
                <a:extLst>
                  <a:ext uri="{FF2B5EF4-FFF2-40B4-BE49-F238E27FC236}">
                    <a16:creationId xmlns:a16="http://schemas.microsoft.com/office/drawing/2014/main" id="{94EA1402-D354-AE94-D877-22E56AC81FB2}"/>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2B47731B-BB69-AC1F-973F-8C720538E6DB}"/>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50" name="Group 49">
            <a:extLst>
              <a:ext uri="{FF2B5EF4-FFF2-40B4-BE49-F238E27FC236}">
                <a16:creationId xmlns:a16="http://schemas.microsoft.com/office/drawing/2014/main" id="{D7370B20-32A5-945C-B67F-AFDBCF3ED01E}"/>
              </a:ext>
            </a:extLst>
          </p:cNvPr>
          <p:cNvGrpSpPr/>
          <p:nvPr/>
        </p:nvGrpSpPr>
        <p:grpSpPr>
          <a:xfrm>
            <a:off x="218531" y="1003380"/>
            <a:ext cx="2043684" cy="425196"/>
            <a:chOff x="221742" y="1159002"/>
            <a:chExt cx="2043684" cy="425196"/>
          </a:xfrm>
        </p:grpSpPr>
        <p:sp>
          <p:nvSpPr>
            <p:cNvPr id="51" name="Rectangle 50">
              <a:extLst>
                <a:ext uri="{FF2B5EF4-FFF2-40B4-BE49-F238E27FC236}">
                  <a16:creationId xmlns:a16="http://schemas.microsoft.com/office/drawing/2014/main" id="{117F1701-A453-D969-8062-69CD11DA6081}"/>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Vendor Organization</a:t>
              </a:r>
            </a:p>
          </p:txBody>
        </p:sp>
        <p:grpSp>
          <p:nvGrpSpPr>
            <p:cNvPr id="52" name="Group 51">
              <a:extLst>
                <a:ext uri="{FF2B5EF4-FFF2-40B4-BE49-F238E27FC236}">
                  <a16:creationId xmlns:a16="http://schemas.microsoft.com/office/drawing/2014/main" id="{45C36832-24E5-C1F4-7A9D-C8616C49990A}"/>
                </a:ext>
              </a:extLst>
            </p:cNvPr>
            <p:cNvGrpSpPr/>
            <p:nvPr/>
          </p:nvGrpSpPr>
          <p:grpSpPr>
            <a:xfrm>
              <a:off x="221742" y="1371600"/>
              <a:ext cx="2043684" cy="212598"/>
              <a:chOff x="221742" y="1371600"/>
              <a:chExt cx="2043684" cy="212598"/>
            </a:xfrm>
          </p:grpSpPr>
          <p:sp>
            <p:nvSpPr>
              <p:cNvPr id="53" name="Rectangle: Rounded Corners 52">
                <a:extLst>
                  <a:ext uri="{FF2B5EF4-FFF2-40B4-BE49-F238E27FC236}">
                    <a16:creationId xmlns:a16="http://schemas.microsoft.com/office/drawing/2014/main" id="{A1226608-4120-0396-24CF-99E3AB72A678}"/>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54" name="Isosceles Triangle 53">
                <a:extLst>
                  <a:ext uri="{FF2B5EF4-FFF2-40B4-BE49-F238E27FC236}">
                    <a16:creationId xmlns:a16="http://schemas.microsoft.com/office/drawing/2014/main" id="{F758C871-52BA-9A5A-4F25-E2B698183555}"/>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FE9B9A38-D8B0-51F7-0FDB-74AA7E9524B4}"/>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56" name="Group 55">
            <a:extLst>
              <a:ext uri="{FF2B5EF4-FFF2-40B4-BE49-F238E27FC236}">
                <a16:creationId xmlns:a16="http://schemas.microsoft.com/office/drawing/2014/main" id="{9B55EA14-51ED-8B4F-59DD-CD386FE9449B}"/>
              </a:ext>
            </a:extLst>
          </p:cNvPr>
          <p:cNvGrpSpPr/>
          <p:nvPr/>
        </p:nvGrpSpPr>
        <p:grpSpPr>
          <a:xfrm>
            <a:off x="215401" y="1609178"/>
            <a:ext cx="2043684" cy="425196"/>
            <a:chOff x="221742" y="1159002"/>
            <a:chExt cx="2043684" cy="425196"/>
          </a:xfrm>
        </p:grpSpPr>
        <p:sp>
          <p:nvSpPr>
            <p:cNvPr id="57" name="Rectangle 56">
              <a:extLst>
                <a:ext uri="{FF2B5EF4-FFF2-40B4-BE49-F238E27FC236}">
                  <a16:creationId xmlns:a16="http://schemas.microsoft.com/office/drawing/2014/main" id="{3486A4BF-8B1A-0C40-BBCD-CA25CB4114C9}"/>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Salutation</a:t>
              </a:r>
            </a:p>
          </p:txBody>
        </p:sp>
        <p:grpSp>
          <p:nvGrpSpPr>
            <p:cNvPr id="58" name="Group 57">
              <a:extLst>
                <a:ext uri="{FF2B5EF4-FFF2-40B4-BE49-F238E27FC236}">
                  <a16:creationId xmlns:a16="http://schemas.microsoft.com/office/drawing/2014/main" id="{DB14DCA7-3F77-1B9F-7E1D-DB5612195D32}"/>
                </a:ext>
              </a:extLst>
            </p:cNvPr>
            <p:cNvGrpSpPr/>
            <p:nvPr/>
          </p:nvGrpSpPr>
          <p:grpSpPr>
            <a:xfrm>
              <a:off x="221742" y="1371600"/>
              <a:ext cx="2043684" cy="212598"/>
              <a:chOff x="221742" y="1371600"/>
              <a:chExt cx="2043684" cy="212598"/>
            </a:xfrm>
          </p:grpSpPr>
          <p:sp>
            <p:nvSpPr>
              <p:cNvPr id="59" name="Rectangle: Rounded Corners 58">
                <a:extLst>
                  <a:ext uri="{FF2B5EF4-FFF2-40B4-BE49-F238E27FC236}">
                    <a16:creationId xmlns:a16="http://schemas.microsoft.com/office/drawing/2014/main" id="{8618016A-33D5-8A41-6F82-729F993DC99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60" name="Isosceles Triangle 59">
                <a:extLst>
                  <a:ext uri="{FF2B5EF4-FFF2-40B4-BE49-F238E27FC236}">
                    <a16:creationId xmlns:a16="http://schemas.microsoft.com/office/drawing/2014/main" id="{56146471-BDF6-63F9-FD6C-212B9B511EDA}"/>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188DFB1E-365B-3D86-0B6B-2A9A783BD8FF}"/>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62" name="Group 61">
            <a:extLst>
              <a:ext uri="{FF2B5EF4-FFF2-40B4-BE49-F238E27FC236}">
                <a16:creationId xmlns:a16="http://schemas.microsoft.com/office/drawing/2014/main" id="{A002EBAD-1EDE-59DA-4A1B-810A3CB53122}"/>
              </a:ext>
            </a:extLst>
          </p:cNvPr>
          <p:cNvGrpSpPr/>
          <p:nvPr/>
        </p:nvGrpSpPr>
        <p:grpSpPr>
          <a:xfrm>
            <a:off x="142304" y="2117227"/>
            <a:ext cx="2559048" cy="425196"/>
            <a:chOff x="148645" y="1159002"/>
            <a:chExt cx="2116781" cy="425196"/>
          </a:xfrm>
        </p:grpSpPr>
        <p:sp>
          <p:nvSpPr>
            <p:cNvPr id="63" name="Rectangle 62">
              <a:extLst>
                <a:ext uri="{FF2B5EF4-FFF2-40B4-BE49-F238E27FC236}">
                  <a16:creationId xmlns:a16="http://schemas.microsoft.com/office/drawing/2014/main" id="{62B08419-610E-488E-9EF4-250351176EB7}"/>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Legal First Name</a:t>
              </a:r>
            </a:p>
          </p:txBody>
        </p:sp>
        <p:sp>
          <p:nvSpPr>
            <p:cNvPr id="65" name="Rectangle: Rounded Corners 64">
              <a:extLst>
                <a:ext uri="{FF2B5EF4-FFF2-40B4-BE49-F238E27FC236}">
                  <a16:creationId xmlns:a16="http://schemas.microsoft.com/office/drawing/2014/main" id="{209793ED-875F-BD7C-810A-FF81B8E2CE25}"/>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68" name="Group 67">
            <a:extLst>
              <a:ext uri="{FF2B5EF4-FFF2-40B4-BE49-F238E27FC236}">
                <a16:creationId xmlns:a16="http://schemas.microsoft.com/office/drawing/2014/main" id="{1FC76FF8-9826-B164-3056-461C5B7C6882}"/>
              </a:ext>
            </a:extLst>
          </p:cNvPr>
          <p:cNvGrpSpPr/>
          <p:nvPr/>
        </p:nvGrpSpPr>
        <p:grpSpPr>
          <a:xfrm>
            <a:off x="2701352" y="2117227"/>
            <a:ext cx="2559048" cy="425196"/>
            <a:chOff x="148645" y="1159002"/>
            <a:chExt cx="2116781" cy="425196"/>
          </a:xfrm>
        </p:grpSpPr>
        <p:sp>
          <p:nvSpPr>
            <p:cNvPr id="69" name="Rectangle 68">
              <a:extLst>
                <a:ext uri="{FF2B5EF4-FFF2-40B4-BE49-F238E27FC236}">
                  <a16:creationId xmlns:a16="http://schemas.microsoft.com/office/drawing/2014/main" id="{5CE92018-D6AF-2E55-5215-2B1472F0CAA1}"/>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Preferred Name</a:t>
              </a:r>
            </a:p>
          </p:txBody>
        </p:sp>
        <p:sp>
          <p:nvSpPr>
            <p:cNvPr id="70" name="Rectangle: Rounded Corners 69">
              <a:extLst>
                <a:ext uri="{FF2B5EF4-FFF2-40B4-BE49-F238E27FC236}">
                  <a16:creationId xmlns:a16="http://schemas.microsoft.com/office/drawing/2014/main" id="{033402D4-4C60-83D6-526B-EC68A5026651}"/>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71" name="Group 70">
            <a:extLst>
              <a:ext uri="{FF2B5EF4-FFF2-40B4-BE49-F238E27FC236}">
                <a16:creationId xmlns:a16="http://schemas.microsoft.com/office/drawing/2014/main" id="{EC6BB553-9F31-0AA5-542A-E9B94F30652E}"/>
              </a:ext>
            </a:extLst>
          </p:cNvPr>
          <p:cNvGrpSpPr/>
          <p:nvPr/>
        </p:nvGrpSpPr>
        <p:grpSpPr>
          <a:xfrm>
            <a:off x="142304" y="2579617"/>
            <a:ext cx="2559048" cy="425196"/>
            <a:chOff x="148645" y="1159002"/>
            <a:chExt cx="2116781" cy="425196"/>
          </a:xfrm>
        </p:grpSpPr>
        <p:sp>
          <p:nvSpPr>
            <p:cNvPr id="72" name="Rectangle 71">
              <a:extLst>
                <a:ext uri="{FF2B5EF4-FFF2-40B4-BE49-F238E27FC236}">
                  <a16:creationId xmlns:a16="http://schemas.microsoft.com/office/drawing/2014/main" id="{41EDD2BD-9A4F-D781-1F6D-61B56ED2A804}"/>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Legal Middle Name (Optional)</a:t>
              </a:r>
            </a:p>
          </p:txBody>
        </p:sp>
        <p:sp>
          <p:nvSpPr>
            <p:cNvPr id="73" name="Rectangle: Rounded Corners 72">
              <a:extLst>
                <a:ext uri="{FF2B5EF4-FFF2-40B4-BE49-F238E27FC236}">
                  <a16:creationId xmlns:a16="http://schemas.microsoft.com/office/drawing/2014/main" id="{05CEE0DF-47EA-4643-4473-3CC8B3F83D66}"/>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77" name="Group 76">
            <a:extLst>
              <a:ext uri="{FF2B5EF4-FFF2-40B4-BE49-F238E27FC236}">
                <a16:creationId xmlns:a16="http://schemas.microsoft.com/office/drawing/2014/main" id="{EE2BCF47-B299-C07E-B2F6-5CAAB7AAB143}"/>
              </a:ext>
            </a:extLst>
          </p:cNvPr>
          <p:cNvGrpSpPr/>
          <p:nvPr/>
        </p:nvGrpSpPr>
        <p:grpSpPr>
          <a:xfrm>
            <a:off x="142304" y="3029594"/>
            <a:ext cx="2559048" cy="425196"/>
            <a:chOff x="148645" y="1159002"/>
            <a:chExt cx="2116781" cy="425196"/>
          </a:xfrm>
        </p:grpSpPr>
        <p:sp>
          <p:nvSpPr>
            <p:cNvPr id="78" name="Rectangle 77">
              <a:extLst>
                <a:ext uri="{FF2B5EF4-FFF2-40B4-BE49-F238E27FC236}">
                  <a16:creationId xmlns:a16="http://schemas.microsoft.com/office/drawing/2014/main" id="{04F45AB9-9BF5-E6EA-A59D-1DBAEBC0271D}"/>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Legal Last Name</a:t>
              </a:r>
            </a:p>
          </p:txBody>
        </p:sp>
        <p:sp>
          <p:nvSpPr>
            <p:cNvPr id="79" name="Rectangle: Rounded Corners 78">
              <a:extLst>
                <a:ext uri="{FF2B5EF4-FFF2-40B4-BE49-F238E27FC236}">
                  <a16:creationId xmlns:a16="http://schemas.microsoft.com/office/drawing/2014/main" id="{B86A91AE-4685-E7C6-E292-386F59295CBD}"/>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80" name="Group 79">
            <a:extLst>
              <a:ext uri="{FF2B5EF4-FFF2-40B4-BE49-F238E27FC236}">
                <a16:creationId xmlns:a16="http://schemas.microsoft.com/office/drawing/2014/main" id="{7CDEF614-1BED-6189-EEFF-EDDFEC55D45B}"/>
              </a:ext>
            </a:extLst>
          </p:cNvPr>
          <p:cNvGrpSpPr/>
          <p:nvPr/>
        </p:nvGrpSpPr>
        <p:grpSpPr>
          <a:xfrm>
            <a:off x="2789721" y="3021784"/>
            <a:ext cx="2043684" cy="425196"/>
            <a:chOff x="221742" y="1159002"/>
            <a:chExt cx="2043684" cy="425196"/>
          </a:xfrm>
        </p:grpSpPr>
        <p:sp>
          <p:nvSpPr>
            <p:cNvPr id="81" name="Rectangle 80">
              <a:extLst>
                <a:ext uri="{FF2B5EF4-FFF2-40B4-BE49-F238E27FC236}">
                  <a16:creationId xmlns:a16="http://schemas.microsoft.com/office/drawing/2014/main" id="{41833B75-4490-2EFC-30B4-392B7CFEC207}"/>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Suffix</a:t>
              </a:r>
            </a:p>
          </p:txBody>
        </p:sp>
        <p:grpSp>
          <p:nvGrpSpPr>
            <p:cNvPr id="82" name="Group 81">
              <a:extLst>
                <a:ext uri="{FF2B5EF4-FFF2-40B4-BE49-F238E27FC236}">
                  <a16:creationId xmlns:a16="http://schemas.microsoft.com/office/drawing/2014/main" id="{EE72F5D0-E6F3-C0F7-56C3-431FA4DD101A}"/>
                </a:ext>
              </a:extLst>
            </p:cNvPr>
            <p:cNvGrpSpPr/>
            <p:nvPr/>
          </p:nvGrpSpPr>
          <p:grpSpPr>
            <a:xfrm>
              <a:off x="221742" y="1371600"/>
              <a:ext cx="2043684" cy="212598"/>
              <a:chOff x="221742" y="1371600"/>
              <a:chExt cx="2043684" cy="212598"/>
            </a:xfrm>
          </p:grpSpPr>
          <p:sp>
            <p:nvSpPr>
              <p:cNvPr id="83" name="Rectangle: Rounded Corners 82">
                <a:extLst>
                  <a:ext uri="{FF2B5EF4-FFF2-40B4-BE49-F238E27FC236}">
                    <a16:creationId xmlns:a16="http://schemas.microsoft.com/office/drawing/2014/main" id="{A112DA8F-FCE9-EA34-D6C5-00BE94388539}"/>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84" name="Isosceles Triangle 83">
                <a:extLst>
                  <a:ext uri="{FF2B5EF4-FFF2-40B4-BE49-F238E27FC236}">
                    <a16:creationId xmlns:a16="http://schemas.microsoft.com/office/drawing/2014/main" id="{C708F19C-D52F-0D7B-C4A6-3A17FF7B3619}"/>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61CCA304-D660-71D1-D646-DA478DEC798A}"/>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86" name="Group 85">
            <a:extLst>
              <a:ext uri="{FF2B5EF4-FFF2-40B4-BE49-F238E27FC236}">
                <a16:creationId xmlns:a16="http://schemas.microsoft.com/office/drawing/2014/main" id="{7B2AB103-FF98-D30E-9E8A-F555D5BFD147}"/>
              </a:ext>
            </a:extLst>
          </p:cNvPr>
          <p:cNvGrpSpPr/>
          <p:nvPr/>
        </p:nvGrpSpPr>
        <p:grpSpPr>
          <a:xfrm>
            <a:off x="142304" y="3471761"/>
            <a:ext cx="2559048" cy="425196"/>
            <a:chOff x="148645" y="1159002"/>
            <a:chExt cx="2116781" cy="425196"/>
          </a:xfrm>
        </p:grpSpPr>
        <p:sp>
          <p:nvSpPr>
            <p:cNvPr id="87" name="Rectangle 86">
              <a:extLst>
                <a:ext uri="{FF2B5EF4-FFF2-40B4-BE49-F238E27FC236}">
                  <a16:creationId xmlns:a16="http://schemas.microsoft.com/office/drawing/2014/main" id="{1D04889D-C527-2E45-A7AA-65445FAB9B82}"/>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Personal Email (Non-Novant Domain)</a:t>
              </a:r>
            </a:p>
          </p:txBody>
        </p:sp>
        <p:sp>
          <p:nvSpPr>
            <p:cNvPr id="88" name="Rectangle: Rounded Corners 87">
              <a:extLst>
                <a:ext uri="{FF2B5EF4-FFF2-40B4-BE49-F238E27FC236}">
                  <a16:creationId xmlns:a16="http://schemas.microsoft.com/office/drawing/2014/main" id="{E27D8A9D-1FF2-1E50-C051-389B0D654FA9}"/>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89" name="Group 88">
            <a:extLst>
              <a:ext uri="{FF2B5EF4-FFF2-40B4-BE49-F238E27FC236}">
                <a16:creationId xmlns:a16="http://schemas.microsoft.com/office/drawing/2014/main" id="{28F7E003-2E5B-5153-90B3-A31E14D54E26}"/>
              </a:ext>
            </a:extLst>
          </p:cNvPr>
          <p:cNvGrpSpPr/>
          <p:nvPr/>
        </p:nvGrpSpPr>
        <p:grpSpPr>
          <a:xfrm>
            <a:off x="2701352" y="3471761"/>
            <a:ext cx="2559048" cy="432453"/>
            <a:chOff x="148645" y="1159002"/>
            <a:chExt cx="2116781" cy="432453"/>
          </a:xfrm>
        </p:grpSpPr>
        <p:sp>
          <p:nvSpPr>
            <p:cNvPr id="90" name="Rectangle 89">
              <a:extLst>
                <a:ext uri="{FF2B5EF4-FFF2-40B4-BE49-F238E27FC236}">
                  <a16:creationId xmlns:a16="http://schemas.microsoft.com/office/drawing/2014/main" id="{9C3BA36A-5D05-CB0F-DAC5-600A1E193977}"/>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Mobile Phone (Used for MFA Registration)</a:t>
              </a:r>
            </a:p>
          </p:txBody>
        </p:sp>
        <p:sp>
          <p:nvSpPr>
            <p:cNvPr id="91" name="Rectangle: Rounded Corners 90">
              <a:extLst>
                <a:ext uri="{FF2B5EF4-FFF2-40B4-BE49-F238E27FC236}">
                  <a16:creationId xmlns:a16="http://schemas.microsoft.com/office/drawing/2014/main" id="{C0842C93-AFF7-01AD-FEC8-2579268FD61D}"/>
                </a:ext>
              </a:extLst>
            </p:cNvPr>
            <p:cNvSpPr/>
            <p:nvPr/>
          </p:nvSpPr>
          <p:spPr>
            <a:xfrm>
              <a:off x="257759" y="1378857"/>
              <a:ext cx="2007667"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98" name="Group 97">
            <a:extLst>
              <a:ext uri="{FF2B5EF4-FFF2-40B4-BE49-F238E27FC236}">
                <a16:creationId xmlns:a16="http://schemas.microsoft.com/office/drawing/2014/main" id="{71494661-36FE-4602-6A5C-0E32012C587D}"/>
              </a:ext>
            </a:extLst>
          </p:cNvPr>
          <p:cNvGrpSpPr/>
          <p:nvPr/>
        </p:nvGrpSpPr>
        <p:grpSpPr>
          <a:xfrm>
            <a:off x="142304" y="3947679"/>
            <a:ext cx="2116781" cy="425196"/>
            <a:chOff x="148645" y="1159002"/>
            <a:chExt cx="2116781" cy="425196"/>
          </a:xfrm>
        </p:grpSpPr>
        <p:sp>
          <p:nvSpPr>
            <p:cNvPr id="99" name="Rectangle 98">
              <a:extLst>
                <a:ext uri="{FF2B5EF4-FFF2-40B4-BE49-F238E27FC236}">
                  <a16:creationId xmlns:a16="http://schemas.microsoft.com/office/drawing/2014/main" id="{A2905EE9-1F83-B780-E71A-6F67DB78B7DF}"/>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Birth Month:</a:t>
              </a:r>
            </a:p>
          </p:txBody>
        </p:sp>
        <p:grpSp>
          <p:nvGrpSpPr>
            <p:cNvPr id="100" name="Group 99">
              <a:extLst>
                <a:ext uri="{FF2B5EF4-FFF2-40B4-BE49-F238E27FC236}">
                  <a16:creationId xmlns:a16="http://schemas.microsoft.com/office/drawing/2014/main" id="{045090C4-A382-CE5B-6D27-6CF860D51344}"/>
                </a:ext>
              </a:extLst>
            </p:cNvPr>
            <p:cNvGrpSpPr/>
            <p:nvPr/>
          </p:nvGrpSpPr>
          <p:grpSpPr>
            <a:xfrm>
              <a:off x="221742" y="1371600"/>
              <a:ext cx="2043684" cy="212598"/>
              <a:chOff x="221742" y="1371600"/>
              <a:chExt cx="2043684" cy="212598"/>
            </a:xfrm>
          </p:grpSpPr>
          <p:sp>
            <p:nvSpPr>
              <p:cNvPr id="101" name="Rectangle: Rounded Corners 100">
                <a:extLst>
                  <a:ext uri="{FF2B5EF4-FFF2-40B4-BE49-F238E27FC236}">
                    <a16:creationId xmlns:a16="http://schemas.microsoft.com/office/drawing/2014/main" id="{FDBCD658-61DF-AF5E-0556-F156D45402F6}"/>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02" name="Isosceles Triangle 101">
                <a:extLst>
                  <a:ext uri="{FF2B5EF4-FFF2-40B4-BE49-F238E27FC236}">
                    <a16:creationId xmlns:a16="http://schemas.microsoft.com/office/drawing/2014/main" id="{76194668-40DE-CD2E-6450-B798D3229E90}"/>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Straight Connector 102">
                <a:extLst>
                  <a:ext uri="{FF2B5EF4-FFF2-40B4-BE49-F238E27FC236}">
                    <a16:creationId xmlns:a16="http://schemas.microsoft.com/office/drawing/2014/main" id="{484E0B86-0A08-679D-0FAE-6B76071A43F3}"/>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05" name="Group 104">
            <a:extLst>
              <a:ext uri="{FF2B5EF4-FFF2-40B4-BE49-F238E27FC236}">
                <a16:creationId xmlns:a16="http://schemas.microsoft.com/office/drawing/2014/main" id="{CB3FDD7C-3CE4-5F59-6A51-179ECA959B3F}"/>
              </a:ext>
            </a:extLst>
          </p:cNvPr>
          <p:cNvGrpSpPr/>
          <p:nvPr/>
        </p:nvGrpSpPr>
        <p:grpSpPr>
          <a:xfrm>
            <a:off x="2701352" y="3947679"/>
            <a:ext cx="2132053" cy="425196"/>
            <a:chOff x="133373" y="1159002"/>
            <a:chExt cx="2132053" cy="425196"/>
          </a:xfrm>
        </p:grpSpPr>
        <p:sp>
          <p:nvSpPr>
            <p:cNvPr id="106" name="Rectangle 105">
              <a:extLst>
                <a:ext uri="{FF2B5EF4-FFF2-40B4-BE49-F238E27FC236}">
                  <a16:creationId xmlns:a16="http://schemas.microsoft.com/office/drawing/2014/main" id="{696396F7-AAFC-1E3E-A1BC-BE7CD6A46E43}"/>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Birth Year:</a:t>
              </a:r>
            </a:p>
          </p:txBody>
        </p:sp>
        <p:grpSp>
          <p:nvGrpSpPr>
            <p:cNvPr id="107" name="Group 106">
              <a:extLst>
                <a:ext uri="{FF2B5EF4-FFF2-40B4-BE49-F238E27FC236}">
                  <a16:creationId xmlns:a16="http://schemas.microsoft.com/office/drawing/2014/main" id="{8F419359-C2EF-39FD-AEC9-6E8EA0870822}"/>
                </a:ext>
              </a:extLst>
            </p:cNvPr>
            <p:cNvGrpSpPr/>
            <p:nvPr/>
          </p:nvGrpSpPr>
          <p:grpSpPr>
            <a:xfrm>
              <a:off x="221742" y="1371600"/>
              <a:ext cx="2043684" cy="212598"/>
              <a:chOff x="221742" y="1371600"/>
              <a:chExt cx="2043684" cy="212598"/>
            </a:xfrm>
          </p:grpSpPr>
          <p:sp>
            <p:nvSpPr>
              <p:cNvPr id="108" name="Rectangle: Rounded Corners 107">
                <a:extLst>
                  <a:ext uri="{FF2B5EF4-FFF2-40B4-BE49-F238E27FC236}">
                    <a16:creationId xmlns:a16="http://schemas.microsoft.com/office/drawing/2014/main" id="{6651833E-34E1-CC80-5DF0-001E7132E476}"/>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09" name="Isosceles Triangle 108">
                <a:extLst>
                  <a:ext uri="{FF2B5EF4-FFF2-40B4-BE49-F238E27FC236}">
                    <a16:creationId xmlns:a16="http://schemas.microsoft.com/office/drawing/2014/main" id="{DA909D41-D9E0-3DEF-2C44-8C116786FD25}"/>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194E82A8-7A21-BFEF-243E-C5B4B4E2DA2E}"/>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11" name="Group 110">
            <a:extLst>
              <a:ext uri="{FF2B5EF4-FFF2-40B4-BE49-F238E27FC236}">
                <a16:creationId xmlns:a16="http://schemas.microsoft.com/office/drawing/2014/main" id="{17AB0179-81B5-7123-67FF-EE5239A71F2E}"/>
              </a:ext>
            </a:extLst>
          </p:cNvPr>
          <p:cNvGrpSpPr/>
          <p:nvPr/>
        </p:nvGrpSpPr>
        <p:grpSpPr>
          <a:xfrm>
            <a:off x="148410" y="4455728"/>
            <a:ext cx="2132053" cy="425196"/>
            <a:chOff x="133373" y="1159002"/>
            <a:chExt cx="2132053" cy="425196"/>
          </a:xfrm>
        </p:grpSpPr>
        <p:sp>
          <p:nvSpPr>
            <p:cNvPr id="112" name="Rectangle 111">
              <a:extLst>
                <a:ext uri="{FF2B5EF4-FFF2-40B4-BE49-F238E27FC236}">
                  <a16:creationId xmlns:a16="http://schemas.microsoft.com/office/drawing/2014/main" id="{B1259F31-50AA-7370-EC32-B3660165761C}"/>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Last 4 SSN:</a:t>
              </a:r>
            </a:p>
          </p:txBody>
        </p:sp>
        <p:grpSp>
          <p:nvGrpSpPr>
            <p:cNvPr id="113" name="Group 112">
              <a:extLst>
                <a:ext uri="{FF2B5EF4-FFF2-40B4-BE49-F238E27FC236}">
                  <a16:creationId xmlns:a16="http://schemas.microsoft.com/office/drawing/2014/main" id="{7B601440-2F88-3BA6-C61D-1DA8768D2A53}"/>
                </a:ext>
              </a:extLst>
            </p:cNvPr>
            <p:cNvGrpSpPr/>
            <p:nvPr/>
          </p:nvGrpSpPr>
          <p:grpSpPr>
            <a:xfrm>
              <a:off x="221742" y="1371600"/>
              <a:ext cx="2043684" cy="212598"/>
              <a:chOff x="221742" y="1371600"/>
              <a:chExt cx="2043684" cy="212598"/>
            </a:xfrm>
          </p:grpSpPr>
          <p:sp>
            <p:nvSpPr>
              <p:cNvPr id="114" name="Rectangle: Rounded Corners 113">
                <a:extLst>
                  <a:ext uri="{FF2B5EF4-FFF2-40B4-BE49-F238E27FC236}">
                    <a16:creationId xmlns:a16="http://schemas.microsoft.com/office/drawing/2014/main" id="{4642ECF1-ACC2-9733-F253-ABDC378222AC}"/>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15" name="Isosceles Triangle 114">
                <a:extLst>
                  <a:ext uri="{FF2B5EF4-FFF2-40B4-BE49-F238E27FC236}">
                    <a16:creationId xmlns:a16="http://schemas.microsoft.com/office/drawing/2014/main" id="{D71446CD-C21F-C045-BC2E-B4882EC00E39}"/>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Connector 115">
                <a:extLst>
                  <a:ext uri="{FF2B5EF4-FFF2-40B4-BE49-F238E27FC236}">
                    <a16:creationId xmlns:a16="http://schemas.microsoft.com/office/drawing/2014/main" id="{72D18A5B-FFB1-D3EB-8ECF-AD65F9D9C15D}"/>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17" name="Group 116">
            <a:extLst>
              <a:ext uri="{FF2B5EF4-FFF2-40B4-BE49-F238E27FC236}">
                <a16:creationId xmlns:a16="http://schemas.microsoft.com/office/drawing/2014/main" id="{36C94BA8-3C83-21A7-854B-D827445C13F4}"/>
              </a:ext>
            </a:extLst>
          </p:cNvPr>
          <p:cNvGrpSpPr/>
          <p:nvPr/>
        </p:nvGrpSpPr>
        <p:grpSpPr>
          <a:xfrm>
            <a:off x="2730499" y="431042"/>
            <a:ext cx="2132053" cy="425196"/>
            <a:chOff x="133373" y="1159002"/>
            <a:chExt cx="2132053" cy="425196"/>
          </a:xfrm>
        </p:grpSpPr>
        <p:sp>
          <p:nvSpPr>
            <p:cNvPr id="118" name="Rectangle 117">
              <a:extLst>
                <a:ext uri="{FF2B5EF4-FFF2-40B4-BE49-F238E27FC236}">
                  <a16:creationId xmlns:a16="http://schemas.microsoft.com/office/drawing/2014/main" id="{C2057022-CF0D-07B8-9FB5-327F1B6A85F3}"/>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Time Zone:</a:t>
              </a:r>
            </a:p>
          </p:txBody>
        </p:sp>
        <p:grpSp>
          <p:nvGrpSpPr>
            <p:cNvPr id="119" name="Group 118">
              <a:extLst>
                <a:ext uri="{FF2B5EF4-FFF2-40B4-BE49-F238E27FC236}">
                  <a16:creationId xmlns:a16="http://schemas.microsoft.com/office/drawing/2014/main" id="{5C96E9EB-A4A2-95B0-67AD-F421BC0479C6}"/>
                </a:ext>
              </a:extLst>
            </p:cNvPr>
            <p:cNvGrpSpPr/>
            <p:nvPr/>
          </p:nvGrpSpPr>
          <p:grpSpPr>
            <a:xfrm>
              <a:off x="221742" y="1371600"/>
              <a:ext cx="2043684" cy="212598"/>
              <a:chOff x="221742" y="1371600"/>
              <a:chExt cx="2043684" cy="212598"/>
            </a:xfrm>
          </p:grpSpPr>
          <p:sp>
            <p:nvSpPr>
              <p:cNvPr id="120" name="Rectangle: Rounded Corners 119">
                <a:extLst>
                  <a:ext uri="{FF2B5EF4-FFF2-40B4-BE49-F238E27FC236}">
                    <a16:creationId xmlns:a16="http://schemas.microsoft.com/office/drawing/2014/main" id="{614D5CDE-5DB6-DCF2-7216-BFDC41C02E3C}"/>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21" name="Isosceles Triangle 120">
                <a:extLst>
                  <a:ext uri="{FF2B5EF4-FFF2-40B4-BE49-F238E27FC236}">
                    <a16:creationId xmlns:a16="http://schemas.microsoft.com/office/drawing/2014/main" id="{5EDB946D-7029-135C-76A9-C313B6538F7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a:extLst>
                  <a:ext uri="{FF2B5EF4-FFF2-40B4-BE49-F238E27FC236}">
                    <a16:creationId xmlns:a16="http://schemas.microsoft.com/office/drawing/2014/main" id="{E5C77E79-EEB6-3E6F-E6E3-BE5B0AADCE12}"/>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23" name="Group 122">
            <a:extLst>
              <a:ext uri="{FF2B5EF4-FFF2-40B4-BE49-F238E27FC236}">
                <a16:creationId xmlns:a16="http://schemas.microsoft.com/office/drawing/2014/main" id="{AE840D44-3995-9D87-40BB-53D34D20D9D6}"/>
              </a:ext>
            </a:extLst>
          </p:cNvPr>
          <p:cNvGrpSpPr/>
          <p:nvPr/>
        </p:nvGrpSpPr>
        <p:grpSpPr>
          <a:xfrm>
            <a:off x="215401" y="-565"/>
            <a:ext cx="2043684" cy="425196"/>
            <a:chOff x="221742" y="1159002"/>
            <a:chExt cx="2043684" cy="425196"/>
          </a:xfrm>
        </p:grpSpPr>
        <p:sp>
          <p:nvSpPr>
            <p:cNvPr id="124" name="Rectangle 123">
              <a:extLst>
                <a:ext uri="{FF2B5EF4-FFF2-40B4-BE49-F238E27FC236}">
                  <a16:creationId xmlns:a16="http://schemas.microsoft.com/office/drawing/2014/main" id="{3356B0C6-0979-732F-192A-1AB35B36BEAB}"/>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Requested For</a:t>
              </a:r>
            </a:p>
          </p:txBody>
        </p:sp>
        <p:grpSp>
          <p:nvGrpSpPr>
            <p:cNvPr id="125" name="Group 124">
              <a:extLst>
                <a:ext uri="{FF2B5EF4-FFF2-40B4-BE49-F238E27FC236}">
                  <a16:creationId xmlns:a16="http://schemas.microsoft.com/office/drawing/2014/main" id="{EAA72F81-B5B3-C081-CD2D-4308B1859F17}"/>
                </a:ext>
              </a:extLst>
            </p:cNvPr>
            <p:cNvGrpSpPr/>
            <p:nvPr/>
          </p:nvGrpSpPr>
          <p:grpSpPr>
            <a:xfrm>
              <a:off x="221742" y="1371600"/>
              <a:ext cx="2043684" cy="212598"/>
              <a:chOff x="221742" y="1371600"/>
              <a:chExt cx="2043684" cy="212598"/>
            </a:xfrm>
          </p:grpSpPr>
          <p:sp>
            <p:nvSpPr>
              <p:cNvPr id="126" name="Rectangle: Rounded Corners 125">
                <a:extLst>
                  <a:ext uri="{FF2B5EF4-FFF2-40B4-BE49-F238E27FC236}">
                    <a16:creationId xmlns:a16="http://schemas.microsoft.com/office/drawing/2014/main" id="{56C640F9-20C8-DF46-5290-161AA05F2231}"/>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27" name="Isosceles Triangle 126">
                <a:extLst>
                  <a:ext uri="{FF2B5EF4-FFF2-40B4-BE49-F238E27FC236}">
                    <a16:creationId xmlns:a16="http://schemas.microsoft.com/office/drawing/2014/main" id="{16B8F07F-5F30-8F7C-A4E9-D9BF6D8D8622}"/>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4A84D5CF-5744-E038-E0CD-4F68F0579687}"/>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29" name="Group 128">
            <a:extLst>
              <a:ext uri="{FF2B5EF4-FFF2-40B4-BE49-F238E27FC236}">
                <a16:creationId xmlns:a16="http://schemas.microsoft.com/office/drawing/2014/main" id="{9738D989-4295-DC3B-63BF-5BFDD7F128CB}"/>
              </a:ext>
            </a:extLst>
          </p:cNvPr>
          <p:cNvGrpSpPr/>
          <p:nvPr/>
        </p:nvGrpSpPr>
        <p:grpSpPr>
          <a:xfrm>
            <a:off x="2826125" y="-565"/>
            <a:ext cx="2043684" cy="425196"/>
            <a:chOff x="221742" y="1159002"/>
            <a:chExt cx="2043684" cy="425196"/>
          </a:xfrm>
        </p:grpSpPr>
        <p:sp>
          <p:nvSpPr>
            <p:cNvPr id="130" name="Rectangle 129">
              <a:extLst>
                <a:ext uri="{FF2B5EF4-FFF2-40B4-BE49-F238E27FC236}">
                  <a16:creationId xmlns:a16="http://schemas.microsoft.com/office/drawing/2014/main" id="{39BF208E-450E-BC51-682B-4DBC8D11BD59}"/>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Requested Phone</a:t>
              </a:r>
            </a:p>
          </p:txBody>
        </p:sp>
        <p:sp>
          <p:nvSpPr>
            <p:cNvPr id="132" name="Rectangle: Rounded Corners 131">
              <a:extLst>
                <a:ext uri="{FF2B5EF4-FFF2-40B4-BE49-F238E27FC236}">
                  <a16:creationId xmlns:a16="http://schemas.microsoft.com/office/drawing/2014/main" id="{3217900F-6CEA-6A70-FFAA-F2AC8D0FB50A}"/>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135" name="Group 134">
            <a:extLst>
              <a:ext uri="{FF2B5EF4-FFF2-40B4-BE49-F238E27FC236}">
                <a16:creationId xmlns:a16="http://schemas.microsoft.com/office/drawing/2014/main" id="{42CA474E-1364-F60A-2130-BDD3ED5A6954}"/>
              </a:ext>
            </a:extLst>
          </p:cNvPr>
          <p:cNvGrpSpPr/>
          <p:nvPr/>
        </p:nvGrpSpPr>
        <p:grpSpPr>
          <a:xfrm>
            <a:off x="142304" y="5030762"/>
            <a:ext cx="2138159" cy="425196"/>
            <a:chOff x="127267" y="1159002"/>
            <a:chExt cx="2138159" cy="425196"/>
          </a:xfrm>
        </p:grpSpPr>
        <p:sp>
          <p:nvSpPr>
            <p:cNvPr id="136" name="Rectangle 135">
              <a:extLst>
                <a:ext uri="{FF2B5EF4-FFF2-40B4-BE49-F238E27FC236}">
                  <a16:creationId xmlns:a16="http://schemas.microsoft.com/office/drawing/2014/main" id="{0C8A1FCB-BB02-9ABC-A339-7A52F74BAD36}"/>
                </a:ext>
              </a:extLst>
            </p:cNvPr>
            <p:cNvSpPr/>
            <p:nvPr/>
          </p:nvSpPr>
          <p:spPr>
            <a:xfrm>
              <a:off x="127267" y="1159002"/>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Reporting Manager</a:t>
              </a:r>
            </a:p>
          </p:txBody>
        </p:sp>
        <p:grpSp>
          <p:nvGrpSpPr>
            <p:cNvPr id="137" name="Group 136">
              <a:extLst>
                <a:ext uri="{FF2B5EF4-FFF2-40B4-BE49-F238E27FC236}">
                  <a16:creationId xmlns:a16="http://schemas.microsoft.com/office/drawing/2014/main" id="{9A8A157B-50F5-E18A-82A4-E640583AC483}"/>
                </a:ext>
              </a:extLst>
            </p:cNvPr>
            <p:cNvGrpSpPr/>
            <p:nvPr/>
          </p:nvGrpSpPr>
          <p:grpSpPr>
            <a:xfrm>
              <a:off x="221742" y="1371600"/>
              <a:ext cx="2043684" cy="212598"/>
              <a:chOff x="221742" y="1371600"/>
              <a:chExt cx="2043684" cy="212598"/>
            </a:xfrm>
          </p:grpSpPr>
          <p:sp>
            <p:nvSpPr>
              <p:cNvPr id="138" name="Rectangle: Rounded Corners 137">
                <a:extLst>
                  <a:ext uri="{FF2B5EF4-FFF2-40B4-BE49-F238E27FC236}">
                    <a16:creationId xmlns:a16="http://schemas.microsoft.com/office/drawing/2014/main" id="{5609040E-313A-2D28-CB87-0C234C69085D}"/>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39" name="Isosceles Triangle 138">
                <a:extLst>
                  <a:ext uri="{FF2B5EF4-FFF2-40B4-BE49-F238E27FC236}">
                    <a16:creationId xmlns:a16="http://schemas.microsoft.com/office/drawing/2014/main" id="{07D3D5CD-606E-4B02-05BB-D9E0D7C6A218}"/>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Connector 139">
                <a:extLst>
                  <a:ext uri="{FF2B5EF4-FFF2-40B4-BE49-F238E27FC236}">
                    <a16:creationId xmlns:a16="http://schemas.microsoft.com/office/drawing/2014/main" id="{D5D38AE3-D1E7-806F-4320-C22A2D85245D}"/>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41" name="Group 140">
            <a:extLst>
              <a:ext uri="{FF2B5EF4-FFF2-40B4-BE49-F238E27FC236}">
                <a16:creationId xmlns:a16="http://schemas.microsoft.com/office/drawing/2014/main" id="{7CDA9F57-2B85-8268-FE2C-A747FE67A6A2}"/>
              </a:ext>
            </a:extLst>
          </p:cNvPr>
          <p:cNvGrpSpPr/>
          <p:nvPr/>
        </p:nvGrpSpPr>
        <p:grpSpPr>
          <a:xfrm>
            <a:off x="2701352" y="4467227"/>
            <a:ext cx="2132053" cy="425196"/>
            <a:chOff x="133373" y="1159002"/>
            <a:chExt cx="2132053" cy="425196"/>
          </a:xfrm>
        </p:grpSpPr>
        <p:sp>
          <p:nvSpPr>
            <p:cNvPr id="142" name="Rectangle 141">
              <a:extLst>
                <a:ext uri="{FF2B5EF4-FFF2-40B4-BE49-F238E27FC236}">
                  <a16:creationId xmlns:a16="http://schemas.microsoft.com/office/drawing/2014/main" id="{DF5ED495-9A98-47D0-EBFD-682B6E09ED8A}"/>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rgbClr val="FF0000"/>
                  </a:solidFill>
                </a:rPr>
                <a:t>* </a:t>
              </a:r>
              <a:r>
                <a:rPr lang="en-US" sz="900">
                  <a:solidFill>
                    <a:schemeClr val="tx1"/>
                  </a:solidFill>
                </a:rPr>
                <a:t>NPI:</a:t>
              </a:r>
            </a:p>
          </p:txBody>
        </p:sp>
        <p:sp>
          <p:nvSpPr>
            <p:cNvPr id="144" name="Rectangle: Rounded Corners 143">
              <a:extLst>
                <a:ext uri="{FF2B5EF4-FFF2-40B4-BE49-F238E27FC236}">
                  <a16:creationId xmlns:a16="http://schemas.microsoft.com/office/drawing/2014/main" id="{77541D32-F20F-D4E4-2F4C-55ECD2876018}"/>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147" name="Group 146">
            <a:extLst>
              <a:ext uri="{FF2B5EF4-FFF2-40B4-BE49-F238E27FC236}">
                <a16:creationId xmlns:a16="http://schemas.microsoft.com/office/drawing/2014/main" id="{7BC9ADD1-B48A-09C3-FF72-DB8FE981626A}"/>
              </a:ext>
            </a:extLst>
          </p:cNvPr>
          <p:cNvGrpSpPr/>
          <p:nvPr/>
        </p:nvGrpSpPr>
        <p:grpSpPr>
          <a:xfrm>
            <a:off x="177017" y="5458219"/>
            <a:ext cx="2138159" cy="425196"/>
            <a:chOff x="127267" y="1159002"/>
            <a:chExt cx="2138159" cy="425196"/>
          </a:xfrm>
        </p:grpSpPr>
        <p:sp>
          <p:nvSpPr>
            <p:cNvPr id="148" name="Rectangle 147">
              <a:extLst>
                <a:ext uri="{FF2B5EF4-FFF2-40B4-BE49-F238E27FC236}">
                  <a16:creationId xmlns:a16="http://schemas.microsoft.com/office/drawing/2014/main" id="{410B34E0-39F3-AFD0-08EE-A08399858411}"/>
                </a:ext>
              </a:extLst>
            </p:cNvPr>
            <p:cNvSpPr/>
            <p:nvPr/>
          </p:nvSpPr>
          <p:spPr>
            <a:xfrm>
              <a:off x="127267" y="1159002"/>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Organization Unit (Department)</a:t>
              </a:r>
            </a:p>
          </p:txBody>
        </p:sp>
        <p:grpSp>
          <p:nvGrpSpPr>
            <p:cNvPr id="149" name="Group 148">
              <a:extLst>
                <a:ext uri="{FF2B5EF4-FFF2-40B4-BE49-F238E27FC236}">
                  <a16:creationId xmlns:a16="http://schemas.microsoft.com/office/drawing/2014/main" id="{41E9B73E-FC0C-B08A-DA2E-B33A89CD74D8}"/>
                </a:ext>
              </a:extLst>
            </p:cNvPr>
            <p:cNvGrpSpPr/>
            <p:nvPr/>
          </p:nvGrpSpPr>
          <p:grpSpPr>
            <a:xfrm>
              <a:off x="221742" y="1371600"/>
              <a:ext cx="2043684" cy="212598"/>
              <a:chOff x="221742" y="1371600"/>
              <a:chExt cx="2043684" cy="212598"/>
            </a:xfrm>
          </p:grpSpPr>
          <p:sp>
            <p:nvSpPr>
              <p:cNvPr id="150" name="Rectangle: Rounded Corners 149">
                <a:extLst>
                  <a:ext uri="{FF2B5EF4-FFF2-40B4-BE49-F238E27FC236}">
                    <a16:creationId xmlns:a16="http://schemas.microsoft.com/office/drawing/2014/main" id="{9F8BEF09-E25A-47B7-0954-1E9B18100F5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51" name="Isosceles Triangle 150">
                <a:extLst>
                  <a:ext uri="{FF2B5EF4-FFF2-40B4-BE49-F238E27FC236}">
                    <a16:creationId xmlns:a16="http://schemas.microsoft.com/office/drawing/2014/main" id="{C3C6B222-C4DA-C511-8B6C-93C7A3C6CFAC}"/>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2" name="Straight Connector 151">
                <a:extLst>
                  <a:ext uri="{FF2B5EF4-FFF2-40B4-BE49-F238E27FC236}">
                    <a16:creationId xmlns:a16="http://schemas.microsoft.com/office/drawing/2014/main" id="{FB6C9242-7E10-4402-2FA3-5DFFDF213B4B}"/>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53" name="Group 152">
            <a:extLst>
              <a:ext uri="{FF2B5EF4-FFF2-40B4-BE49-F238E27FC236}">
                <a16:creationId xmlns:a16="http://schemas.microsoft.com/office/drawing/2014/main" id="{C8246F16-FD71-CDDF-EA91-A3F7A53FECCC}"/>
              </a:ext>
            </a:extLst>
          </p:cNvPr>
          <p:cNvGrpSpPr/>
          <p:nvPr/>
        </p:nvGrpSpPr>
        <p:grpSpPr>
          <a:xfrm>
            <a:off x="171595" y="5909022"/>
            <a:ext cx="2112143" cy="425196"/>
            <a:chOff x="153283" y="1159002"/>
            <a:chExt cx="2112143" cy="425196"/>
          </a:xfrm>
        </p:grpSpPr>
        <p:sp>
          <p:nvSpPr>
            <p:cNvPr id="154" name="Rectangle 153">
              <a:extLst>
                <a:ext uri="{FF2B5EF4-FFF2-40B4-BE49-F238E27FC236}">
                  <a16:creationId xmlns:a16="http://schemas.microsoft.com/office/drawing/2014/main" id="{C09264D3-1AAC-3F0F-E84F-92AFC986BFDC}"/>
                </a:ext>
              </a:extLst>
            </p:cNvPr>
            <p:cNvSpPr/>
            <p:nvPr/>
          </p:nvSpPr>
          <p:spPr>
            <a:xfrm>
              <a:off x="153283" y="1159002"/>
              <a:ext cx="211214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Start Date</a:t>
              </a:r>
            </a:p>
          </p:txBody>
        </p:sp>
        <p:grpSp>
          <p:nvGrpSpPr>
            <p:cNvPr id="155" name="Group 154">
              <a:extLst>
                <a:ext uri="{FF2B5EF4-FFF2-40B4-BE49-F238E27FC236}">
                  <a16:creationId xmlns:a16="http://schemas.microsoft.com/office/drawing/2014/main" id="{438ADC5B-7CA3-D7CF-A333-6A9F255DF508}"/>
                </a:ext>
              </a:extLst>
            </p:cNvPr>
            <p:cNvGrpSpPr/>
            <p:nvPr/>
          </p:nvGrpSpPr>
          <p:grpSpPr>
            <a:xfrm>
              <a:off x="221742" y="1371600"/>
              <a:ext cx="2043684" cy="212598"/>
              <a:chOff x="221742" y="1371600"/>
              <a:chExt cx="2043684" cy="212598"/>
            </a:xfrm>
          </p:grpSpPr>
          <p:sp>
            <p:nvSpPr>
              <p:cNvPr id="156" name="Rectangle: Rounded Corners 155">
                <a:extLst>
                  <a:ext uri="{FF2B5EF4-FFF2-40B4-BE49-F238E27FC236}">
                    <a16:creationId xmlns:a16="http://schemas.microsoft.com/office/drawing/2014/main" id="{14FD9AA5-50D2-A548-3772-2A48EEB2D70D}"/>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57" name="Isosceles Triangle 156">
                <a:extLst>
                  <a:ext uri="{FF2B5EF4-FFF2-40B4-BE49-F238E27FC236}">
                    <a16:creationId xmlns:a16="http://schemas.microsoft.com/office/drawing/2014/main" id="{F3FA21BD-9E9E-A3C8-7054-617FA779D770}"/>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1F93FAAB-434D-D2D1-88B0-787484F57130}"/>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59" name="Group 158">
            <a:extLst>
              <a:ext uri="{FF2B5EF4-FFF2-40B4-BE49-F238E27FC236}">
                <a16:creationId xmlns:a16="http://schemas.microsoft.com/office/drawing/2014/main" id="{19291C57-3693-C193-56D2-D22E02E5F701}"/>
              </a:ext>
            </a:extLst>
          </p:cNvPr>
          <p:cNvGrpSpPr/>
          <p:nvPr/>
        </p:nvGrpSpPr>
        <p:grpSpPr>
          <a:xfrm>
            <a:off x="2698521" y="5901050"/>
            <a:ext cx="2138159" cy="425196"/>
            <a:chOff x="127267" y="1159002"/>
            <a:chExt cx="2138159" cy="425196"/>
          </a:xfrm>
        </p:grpSpPr>
        <p:sp>
          <p:nvSpPr>
            <p:cNvPr id="160" name="Rectangle 159">
              <a:extLst>
                <a:ext uri="{FF2B5EF4-FFF2-40B4-BE49-F238E27FC236}">
                  <a16:creationId xmlns:a16="http://schemas.microsoft.com/office/drawing/2014/main" id="{B86C40F4-A29F-8193-339E-258E09ECCBC7}"/>
                </a:ext>
              </a:extLst>
            </p:cNvPr>
            <p:cNvSpPr/>
            <p:nvPr/>
          </p:nvSpPr>
          <p:spPr>
            <a:xfrm>
              <a:off x="127267" y="1159002"/>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End Date</a:t>
              </a:r>
            </a:p>
          </p:txBody>
        </p:sp>
        <p:grpSp>
          <p:nvGrpSpPr>
            <p:cNvPr id="161" name="Group 160">
              <a:extLst>
                <a:ext uri="{FF2B5EF4-FFF2-40B4-BE49-F238E27FC236}">
                  <a16:creationId xmlns:a16="http://schemas.microsoft.com/office/drawing/2014/main" id="{C77A23F9-3C33-46D8-7538-9CDBEC2E0C0B}"/>
                </a:ext>
              </a:extLst>
            </p:cNvPr>
            <p:cNvGrpSpPr/>
            <p:nvPr/>
          </p:nvGrpSpPr>
          <p:grpSpPr>
            <a:xfrm>
              <a:off x="221742" y="1371600"/>
              <a:ext cx="2043684" cy="212598"/>
              <a:chOff x="221742" y="1371600"/>
              <a:chExt cx="2043684" cy="212598"/>
            </a:xfrm>
          </p:grpSpPr>
          <p:sp>
            <p:nvSpPr>
              <p:cNvPr id="162" name="Rectangle: Rounded Corners 161">
                <a:extLst>
                  <a:ext uri="{FF2B5EF4-FFF2-40B4-BE49-F238E27FC236}">
                    <a16:creationId xmlns:a16="http://schemas.microsoft.com/office/drawing/2014/main" id="{A5156910-E2C6-98B3-79D3-A325A7BD002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63" name="Isosceles Triangle 162">
                <a:extLst>
                  <a:ext uri="{FF2B5EF4-FFF2-40B4-BE49-F238E27FC236}">
                    <a16:creationId xmlns:a16="http://schemas.microsoft.com/office/drawing/2014/main" id="{F48E30A2-93D5-C7AD-14EF-78C349294B26}"/>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4" name="Straight Connector 163">
                <a:extLst>
                  <a:ext uri="{FF2B5EF4-FFF2-40B4-BE49-F238E27FC236}">
                    <a16:creationId xmlns:a16="http://schemas.microsoft.com/office/drawing/2014/main" id="{142684B7-9216-45D5-D5C0-E14F79D6F963}"/>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166" name="Straight Connector 165">
            <a:extLst>
              <a:ext uri="{FF2B5EF4-FFF2-40B4-BE49-F238E27FC236}">
                <a16:creationId xmlns:a16="http://schemas.microsoft.com/office/drawing/2014/main" id="{961BFAE4-3030-C994-EEFB-36DB34824DFC}"/>
              </a:ext>
            </a:extLst>
          </p:cNvPr>
          <p:cNvCxnSpPr>
            <a:cxnSpLocks/>
          </p:cNvCxnSpPr>
          <p:nvPr/>
        </p:nvCxnSpPr>
        <p:spPr>
          <a:xfrm>
            <a:off x="197126" y="1530350"/>
            <a:ext cx="874974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B1AE3EB0-B431-19E3-1645-1AB91A5C9B9C}"/>
              </a:ext>
            </a:extLst>
          </p:cNvPr>
          <p:cNvCxnSpPr>
            <a:cxnSpLocks/>
          </p:cNvCxnSpPr>
          <p:nvPr/>
        </p:nvCxnSpPr>
        <p:spPr>
          <a:xfrm>
            <a:off x="178852" y="4957606"/>
            <a:ext cx="874974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9" name="Straight Connector 168">
            <a:extLst>
              <a:ext uri="{FF2B5EF4-FFF2-40B4-BE49-F238E27FC236}">
                <a16:creationId xmlns:a16="http://schemas.microsoft.com/office/drawing/2014/main" id="{3BD78830-81E1-00D6-5141-906C83A3180D}"/>
              </a:ext>
            </a:extLst>
          </p:cNvPr>
          <p:cNvCxnSpPr>
            <a:cxnSpLocks/>
          </p:cNvCxnSpPr>
          <p:nvPr/>
        </p:nvCxnSpPr>
        <p:spPr>
          <a:xfrm>
            <a:off x="142566" y="6389984"/>
            <a:ext cx="8749747"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170" name="Group 169">
            <a:extLst>
              <a:ext uri="{FF2B5EF4-FFF2-40B4-BE49-F238E27FC236}">
                <a16:creationId xmlns:a16="http://schemas.microsoft.com/office/drawing/2014/main" id="{55F51A0A-A599-294A-07D3-AC0AA5B67E4B}"/>
              </a:ext>
            </a:extLst>
          </p:cNvPr>
          <p:cNvGrpSpPr/>
          <p:nvPr/>
        </p:nvGrpSpPr>
        <p:grpSpPr>
          <a:xfrm>
            <a:off x="145579" y="6352085"/>
            <a:ext cx="2907864" cy="425196"/>
            <a:chOff x="127267" y="1159002"/>
            <a:chExt cx="2907864" cy="425196"/>
          </a:xfrm>
        </p:grpSpPr>
        <p:sp>
          <p:nvSpPr>
            <p:cNvPr id="171" name="Rectangle 170">
              <a:extLst>
                <a:ext uri="{FF2B5EF4-FFF2-40B4-BE49-F238E27FC236}">
                  <a16:creationId xmlns:a16="http://schemas.microsoft.com/office/drawing/2014/main" id="{4D1A7A3A-809D-CB29-04B9-ACB11C92F111}"/>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Remote Access Required?</a:t>
              </a:r>
            </a:p>
          </p:txBody>
        </p:sp>
        <p:grpSp>
          <p:nvGrpSpPr>
            <p:cNvPr id="172" name="Group 171">
              <a:extLst>
                <a:ext uri="{FF2B5EF4-FFF2-40B4-BE49-F238E27FC236}">
                  <a16:creationId xmlns:a16="http://schemas.microsoft.com/office/drawing/2014/main" id="{E74A2442-F49D-64DA-C6AC-77AA3C5AE8A1}"/>
                </a:ext>
              </a:extLst>
            </p:cNvPr>
            <p:cNvGrpSpPr/>
            <p:nvPr/>
          </p:nvGrpSpPr>
          <p:grpSpPr>
            <a:xfrm>
              <a:off x="221742" y="1371600"/>
              <a:ext cx="2043684" cy="212598"/>
              <a:chOff x="221742" y="1371600"/>
              <a:chExt cx="2043684" cy="212598"/>
            </a:xfrm>
          </p:grpSpPr>
          <p:sp>
            <p:nvSpPr>
              <p:cNvPr id="173" name="Rectangle: Rounded Corners 172">
                <a:extLst>
                  <a:ext uri="{FF2B5EF4-FFF2-40B4-BE49-F238E27FC236}">
                    <a16:creationId xmlns:a16="http://schemas.microsoft.com/office/drawing/2014/main" id="{E152101B-0E3E-F724-CDCD-9B05AD7668A1}"/>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74" name="Isosceles Triangle 173">
                <a:extLst>
                  <a:ext uri="{FF2B5EF4-FFF2-40B4-BE49-F238E27FC236}">
                    <a16:creationId xmlns:a16="http://schemas.microsoft.com/office/drawing/2014/main" id="{83143817-7783-6209-745B-A67CF2AEF098}"/>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5" name="Straight Connector 174">
                <a:extLst>
                  <a:ext uri="{FF2B5EF4-FFF2-40B4-BE49-F238E27FC236}">
                    <a16:creationId xmlns:a16="http://schemas.microsoft.com/office/drawing/2014/main" id="{BDA6080E-E1D4-4580-2F90-8D6B8C7D6E59}"/>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 name="Rectangle 1">
            <a:extLst>
              <a:ext uri="{FF2B5EF4-FFF2-40B4-BE49-F238E27FC236}">
                <a16:creationId xmlns:a16="http://schemas.microsoft.com/office/drawing/2014/main" id="{BC57FD36-838B-6B22-67A5-CDB8CA9E8B61}"/>
              </a:ext>
            </a:extLst>
          </p:cNvPr>
          <p:cNvSpPr/>
          <p:nvPr/>
        </p:nvSpPr>
        <p:spPr>
          <a:xfrm>
            <a:off x="6855183" y="886294"/>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1</a:t>
            </a:r>
          </a:p>
        </p:txBody>
      </p:sp>
      <p:sp>
        <p:nvSpPr>
          <p:cNvPr id="3" name="Rectangle 2">
            <a:extLst>
              <a:ext uri="{FF2B5EF4-FFF2-40B4-BE49-F238E27FC236}">
                <a16:creationId xmlns:a16="http://schemas.microsoft.com/office/drawing/2014/main" id="{C1836F20-7304-2F33-D191-FF84F66631E5}"/>
              </a:ext>
            </a:extLst>
          </p:cNvPr>
          <p:cNvSpPr/>
          <p:nvPr/>
        </p:nvSpPr>
        <p:spPr>
          <a:xfrm>
            <a:off x="6855183" y="3135893"/>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2</a:t>
            </a:r>
          </a:p>
        </p:txBody>
      </p:sp>
      <p:sp>
        <p:nvSpPr>
          <p:cNvPr id="4" name="Rectangle 3">
            <a:extLst>
              <a:ext uri="{FF2B5EF4-FFF2-40B4-BE49-F238E27FC236}">
                <a16:creationId xmlns:a16="http://schemas.microsoft.com/office/drawing/2014/main" id="{0A9DD153-D407-1D94-EEA6-146BC5CC68B9}"/>
              </a:ext>
            </a:extLst>
          </p:cNvPr>
          <p:cNvSpPr/>
          <p:nvPr/>
        </p:nvSpPr>
        <p:spPr>
          <a:xfrm>
            <a:off x="6921464" y="535479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3</a:t>
            </a:r>
          </a:p>
        </p:txBody>
      </p:sp>
      <p:grpSp>
        <p:nvGrpSpPr>
          <p:cNvPr id="5" name="Group 4">
            <a:extLst>
              <a:ext uri="{FF2B5EF4-FFF2-40B4-BE49-F238E27FC236}">
                <a16:creationId xmlns:a16="http://schemas.microsoft.com/office/drawing/2014/main" id="{6EC3D42C-9FE4-10F6-A98D-C72040387E98}"/>
              </a:ext>
            </a:extLst>
          </p:cNvPr>
          <p:cNvGrpSpPr/>
          <p:nvPr/>
        </p:nvGrpSpPr>
        <p:grpSpPr>
          <a:xfrm>
            <a:off x="2694212" y="5460241"/>
            <a:ext cx="2132053" cy="425196"/>
            <a:chOff x="133373" y="1159002"/>
            <a:chExt cx="2132053" cy="425196"/>
          </a:xfrm>
        </p:grpSpPr>
        <p:sp>
          <p:nvSpPr>
            <p:cNvPr id="6" name="Rectangle 5">
              <a:extLst>
                <a:ext uri="{FF2B5EF4-FFF2-40B4-BE49-F238E27FC236}">
                  <a16:creationId xmlns:a16="http://schemas.microsoft.com/office/drawing/2014/main" id="{A5217B52-3088-09C3-5F2F-7DD6B7AFC22E}"/>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rgbClr val="FF0000"/>
                  </a:solidFill>
                </a:rPr>
                <a:t>* </a:t>
              </a:r>
              <a:r>
                <a:rPr lang="en-US" sz="900">
                  <a:solidFill>
                    <a:schemeClr val="tx1"/>
                  </a:solidFill>
                </a:rPr>
                <a:t>Location:</a:t>
              </a:r>
            </a:p>
          </p:txBody>
        </p:sp>
        <p:grpSp>
          <p:nvGrpSpPr>
            <p:cNvPr id="7" name="Group 6">
              <a:extLst>
                <a:ext uri="{FF2B5EF4-FFF2-40B4-BE49-F238E27FC236}">
                  <a16:creationId xmlns:a16="http://schemas.microsoft.com/office/drawing/2014/main" id="{D5D03513-EFBC-4391-C0A4-398735E9D35F}"/>
                </a:ext>
              </a:extLst>
            </p:cNvPr>
            <p:cNvGrpSpPr/>
            <p:nvPr/>
          </p:nvGrpSpPr>
          <p:grpSpPr>
            <a:xfrm>
              <a:off x="221742" y="1371600"/>
              <a:ext cx="2043684" cy="212598"/>
              <a:chOff x="221742" y="1371600"/>
              <a:chExt cx="2043684" cy="212598"/>
            </a:xfrm>
          </p:grpSpPr>
          <p:sp>
            <p:nvSpPr>
              <p:cNvPr id="8" name="Rectangle: Rounded Corners 7">
                <a:extLst>
                  <a:ext uri="{FF2B5EF4-FFF2-40B4-BE49-F238E27FC236}">
                    <a16:creationId xmlns:a16="http://schemas.microsoft.com/office/drawing/2014/main" id="{3EE481B5-DDFD-4D81-A0DE-D1CB7FA55D62}"/>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9" name="Isosceles Triangle 8">
                <a:extLst>
                  <a:ext uri="{FF2B5EF4-FFF2-40B4-BE49-F238E27FC236}">
                    <a16:creationId xmlns:a16="http://schemas.microsoft.com/office/drawing/2014/main" id="{7B4D3C39-AF81-DBBF-6287-8A214C7A3E6C}"/>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5379B94-5095-5A33-D625-109E552CBFB5}"/>
                  </a:ext>
                </a:extLst>
              </p:cNvPr>
              <p:cNvCxnSpPr>
                <a:cxnSpLocks/>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3" name="Rectangle: Rounded Corners 12">
            <a:extLst>
              <a:ext uri="{FF2B5EF4-FFF2-40B4-BE49-F238E27FC236}">
                <a16:creationId xmlns:a16="http://schemas.microsoft.com/office/drawing/2014/main" id="{B751EE21-DBEC-519A-B632-40E7E8C8E939}"/>
              </a:ext>
            </a:extLst>
          </p:cNvPr>
          <p:cNvSpPr/>
          <p:nvPr/>
        </p:nvSpPr>
        <p:spPr>
          <a:xfrm>
            <a:off x="2824312" y="3688769"/>
            <a:ext cx="380622" cy="205341"/>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tx1"/>
                </a:solidFill>
              </a:rPr>
              <a:t>US</a:t>
            </a:r>
          </a:p>
        </p:txBody>
      </p:sp>
      <p:sp>
        <p:nvSpPr>
          <p:cNvPr id="15" name="Rectangle 14">
            <a:extLst>
              <a:ext uri="{FF2B5EF4-FFF2-40B4-BE49-F238E27FC236}">
                <a16:creationId xmlns:a16="http://schemas.microsoft.com/office/drawing/2014/main" id="{75DC806D-87F0-0938-5B17-48F6A07B49DB}"/>
              </a:ext>
            </a:extLst>
          </p:cNvPr>
          <p:cNvSpPr/>
          <p:nvPr/>
        </p:nvSpPr>
        <p:spPr>
          <a:xfrm>
            <a:off x="5263123" y="3682218"/>
            <a:ext cx="2559048"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rgbClr val="FF0000"/>
                </a:solidFill>
              </a:rPr>
              <a:t>Service Now </a:t>
            </a:r>
            <a:r>
              <a:rPr lang="en-US" sz="900" err="1">
                <a:solidFill>
                  <a:srgbClr val="FF0000"/>
                </a:solidFill>
              </a:rPr>
              <a:t>FieldType</a:t>
            </a:r>
            <a:r>
              <a:rPr lang="en-US" sz="900">
                <a:solidFill>
                  <a:srgbClr val="FF0000"/>
                </a:solidFill>
              </a:rPr>
              <a:t> (</a:t>
            </a:r>
            <a:r>
              <a:rPr lang="en-US" sz="900">
                <a:solidFill>
                  <a:srgbClr val="333333"/>
                </a:solidFill>
                <a:highlight>
                  <a:srgbClr val="FFFFFF"/>
                </a:highlight>
                <a:latin typeface="Segoe UI"/>
                <a:cs typeface="Segoe UI"/>
              </a:rPr>
              <a:t>Phone Number (E.164))</a:t>
            </a:r>
            <a:endParaRPr lang="en-US"/>
          </a:p>
        </p:txBody>
      </p:sp>
      <p:grpSp>
        <p:nvGrpSpPr>
          <p:cNvPr id="22" name="Group 21">
            <a:extLst>
              <a:ext uri="{FF2B5EF4-FFF2-40B4-BE49-F238E27FC236}">
                <a16:creationId xmlns:a16="http://schemas.microsoft.com/office/drawing/2014/main" id="{1B1FE640-951D-3FB4-4550-DAF9451ECD48}"/>
              </a:ext>
            </a:extLst>
          </p:cNvPr>
          <p:cNvGrpSpPr/>
          <p:nvPr/>
        </p:nvGrpSpPr>
        <p:grpSpPr>
          <a:xfrm>
            <a:off x="2730498" y="1004355"/>
            <a:ext cx="2132053" cy="425196"/>
            <a:chOff x="133373" y="1159002"/>
            <a:chExt cx="2132053" cy="425196"/>
          </a:xfrm>
        </p:grpSpPr>
        <p:sp>
          <p:nvSpPr>
            <p:cNvPr id="23" name="Rectangle 22">
              <a:extLst>
                <a:ext uri="{FF2B5EF4-FFF2-40B4-BE49-F238E27FC236}">
                  <a16:creationId xmlns:a16="http://schemas.microsoft.com/office/drawing/2014/main" id="{A9A84573-9B61-9D54-6305-A578CF2EAC66}"/>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chemeClr val="tx1"/>
                  </a:solidFill>
                </a:rPr>
                <a:t>Green Security Status</a:t>
              </a:r>
            </a:p>
          </p:txBody>
        </p:sp>
        <p:grpSp>
          <p:nvGrpSpPr>
            <p:cNvPr id="24" name="Group 23">
              <a:extLst>
                <a:ext uri="{FF2B5EF4-FFF2-40B4-BE49-F238E27FC236}">
                  <a16:creationId xmlns:a16="http://schemas.microsoft.com/office/drawing/2014/main" id="{59E4FDA7-D8A2-E539-95A5-224772514AF8}"/>
                </a:ext>
              </a:extLst>
            </p:cNvPr>
            <p:cNvGrpSpPr/>
            <p:nvPr/>
          </p:nvGrpSpPr>
          <p:grpSpPr>
            <a:xfrm>
              <a:off x="221742" y="1371600"/>
              <a:ext cx="2043684" cy="212598"/>
              <a:chOff x="221742" y="1371600"/>
              <a:chExt cx="2043684" cy="212598"/>
            </a:xfrm>
          </p:grpSpPr>
          <p:sp>
            <p:nvSpPr>
              <p:cNvPr id="25" name="Rectangle: Rounded Corners 24">
                <a:extLst>
                  <a:ext uri="{FF2B5EF4-FFF2-40B4-BE49-F238E27FC236}">
                    <a16:creationId xmlns:a16="http://schemas.microsoft.com/office/drawing/2014/main" id="{9A7B2EF4-E0CD-89BE-D427-B7CE6ECF391A}"/>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6" name="Isosceles Triangle 25">
                <a:extLst>
                  <a:ext uri="{FF2B5EF4-FFF2-40B4-BE49-F238E27FC236}">
                    <a16:creationId xmlns:a16="http://schemas.microsoft.com/office/drawing/2014/main" id="{5B1CDB1D-56A2-F3AE-236A-E301AD8F1262}"/>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F970F1DE-3949-F535-6FAD-24DD3E5F11D9}"/>
                  </a:ext>
                </a:extLst>
              </p:cNvPr>
              <p:cNvCxnSpPr>
                <a:cxnSpLocks/>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2705567772"/>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 name="Group 187">
            <a:extLst>
              <a:ext uri="{FF2B5EF4-FFF2-40B4-BE49-F238E27FC236}">
                <a16:creationId xmlns:a16="http://schemas.microsoft.com/office/drawing/2014/main" id="{FE417A82-990C-35D4-4CC0-2E1F5A6FF328}"/>
              </a:ext>
            </a:extLst>
          </p:cNvPr>
          <p:cNvGrpSpPr/>
          <p:nvPr/>
        </p:nvGrpSpPr>
        <p:grpSpPr>
          <a:xfrm>
            <a:off x="127000" y="795617"/>
            <a:ext cx="2907864" cy="425196"/>
            <a:chOff x="127267" y="1159002"/>
            <a:chExt cx="2907864" cy="425196"/>
          </a:xfrm>
        </p:grpSpPr>
        <p:sp>
          <p:nvSpPr>
            <p:cNvPr id="189" name="Rectangle 188">
              <a:extLst>
                <a:ext uri="{FF2B5EF4-FFF2-40B4-BE49-F238E27FC236}">
                  <a16:creationId xmlns:a16="http://schemas.microsoft.com/office/drawing/2014/main" id="{AD752C03-CB7F-49D1-AF71-737955298C3A}"/>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Onsite Contact for Installation (If not Requested for)</a:t>
              </a:r>
            </a:p>
          </p:txBody>
        </p:sp>
        <p:grpSp>
          <p:nvGrpSpPr>
            <p:cNvPr id="190" name="Group 189">
              <a:extLst>
                <a:ext uri="{FF2B5EF4-FFF2-40B4-BE49-F238E27FC236}">
                  <a16:creationId xmlns:a16="http://schemas.microsoft.com/office/drawing/2014/main" id="{D084F731-BBBA-0F9C-427A-562B37DE28EA}"/>
                </a:ext>
              </a:extLst>
            </p:cNvPr>
            <p:cNvGrpSpPr/>
            <p:nvPr/>
          </p:nvGrpSpPr>
          <p:grpSpPr>
            <a:xfrm>
              <a:off x="221742" y="1371600"/>
              <a:ext cx="2043684" cy="212598"/>
              <a:chOff x="221742" y="1371600"/>
              <a:chExt cx="2043684" cy="212598"/>
            </a:xfrm>
          </p:grpSpPr>
          <p:sp>
            <p:nvSpPr>
              <p:cNvPr id="191" name="Rectangle: Rounded Corners 190">
                <a:extLst>
                  <a:ext uri="{FF2B5EF4-FFF2-40B4-BE49-F238E27FC236}">
                    <a16:creationId xmlns:a16="http://schemas.microsoft.com/office/drawing/2014/main" id="{27D1053F-04E7-CD2E-8FC8-BACDEBA80F42}"/>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92" name="Isosceles Triangle 191">
                <a:extLst>
                  <a:ext uri="{FF2B5EF4-FFF2-40B4-BE49-F238E27FC236}">
                    <a16:creationId xmlns:a16="http://schemas.microsoft.com/office/drawing/2014/main" id="{53DCCD0F-92C8-DA3E-23D5-10B92187B53F}"/>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3" name="Straight Connector 192">
                <a:extLst>
                  <a:ext uri="{FF2B5EF4-FFF2-40B4-BE49-F238E27FC236}">
                    <a16:creationId xmlns:a16="http://schemas.microsoft.com/office/drawing/2014/main" id="{90E98746-B111-947B-BD2E-438DB85AC6F9}"/>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94" name="Group 193">
            <a:extLst>
              <a:ext uri="{FF2B5EF4-FFF2-40B4-BE49-F238E27FC236}">
                <a16:creationId xmlns:a16="http://schemas.microsoft.com/office/drawing/2014/main" id="{A3CB9A2F-5E27-FEBE-D058-ED3E22360F0D}"/>
              </a:ext>
            </a:extLst>
          </p:cNvPr>
          <p:cNvGrpSpPr/>
          <p:nvPr/>
        </p:nvGrpSpPr>
        <p:grpSpPr>
          <a:xfrm>
            <a:off x="2768967" y="808516"/>
            <a:ext cx="2907864" cy="425196"/>
            <a:chOff x="127267" y="1159002"/>
            <a:chExt cx="2907864" cy="425196"/>
          </a:xfrm>
        </p:grpSpPr>
        <p:sp>
          <p:nvSpPr>
            <p:cNvPr id="195" name="Rectangle 194">
              <a:extLst>
                <a:ext uri="{FF2B5EF4-FFF2-40B4-BE49-F238E27FC236}">
                  <a16:creationId xmlns:a16="http://schemas.microsoft.com/office/drawing/2014/main" id="{20DCC2AE-CDD6-9044-C49E-79176FE4C516}"/>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Onsite Contact Phone (Pull from Contact Record)</a:t>
              </a:r>
            </a:p>
          </p:txBody>
        </p:sp>
        <p:sp>
          <p:nvSpPr>
            <p:cNvPr id="196" name="Rectangle: Rounded Corners 195">
              <a:extLst>
                <a:ext uri="{FF2B5EF4-FFF2-40B4-BE49-F238E27FC236}">
                  <a16:creationId xmlns:a16="http://schemas.microsoft.com/office/drawing/2014/main" id="{F025D198-066D-E1B1-9D0D-DDBBA401D659}"/>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197" name="Group 196">
            <a:extLst>
              <a:ext uri="{FF2B5EF4-FFF2-40B4-BE49-F238E27FC236}">
                <a16:creationId xmlns:a16="http://schemas.microsoft.com/office/drawing/2014/main" id="{A77F0782-70F2-FDC3-C050-BD29E72CB53C}"/>
              </a:ext>
            </a:extLst>
          </p:cNvPr>
          <p:cNvGrpSpPr/>
          <p:nvPr/>
        </p:nvGrpSpPr>
        <p:grpSpPr>
          <a:xfrm>
            <a:off x="5410934" y="808516"/>
            <a:ext cx="2907864" cy="425196"/>
            <a:chOff x="127267" y="1159002"/>
            <a:chExt cx="2907864" cy="425196"/>
          </a:xfrm>
        </p:grpSpPr>
        <p:sp>
          <p:nvSpPr>
            <p:cNvPr id="198" name="Rectangle 197">
              <a:extLst>
                <a:ext uri="{FF2B5EF4-FFF2-40B4-BE49-F238E27FC236}">
                  <a16:creationId xmlns:a16="http://schemas.microsoft.com/office/drawing/2014/main" id="{13BAF56D-86C8-4328-3674-38D4F9F611A8}"/>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Onsite Contact Email (Pull from Contact Record)</a:t>
              </a:r>
            </a:p>
          </p:txBody>
        </p:sp>
        <p:sp>
          <p:nvSpPr>
            <p:cNvPr id="199" name="Rectangle: Rounded Corners 198">
              <a:extLst>
                <a:ext uri="{FF2B5EF4-FFF2-40B4-BE49-F238E27FC236}">
                  <a16:creationId xmlns:a16="http://schemas.microsoft.com/office/drawing/2014/main" id="{2727BF9A-FB78-7D0F-06D6-98B1985BF662}"/>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200" name="Group 199">
            <a:extLst>
              <a:ext uri="{FF2B5EF4-FFF2-40B4-BE49-F238E27FC236}">
                <a16:creationId xmlns:a16="http://schemas.microsoft.com/office/drawing/2014/main" id="{243CCBB7-185F-E5A7-9800-46D70956B654}"/>
              </a:ext>
            </a:extLst>
          </p:cNvPr>
          <p:cNvGrpSpPr/>
          <p:nvPr/>
        </p:nvGrpSpPr>
        <p:grpSpPr>
          <a:xfrm>
            <a:off x="127000" y="112756"/>
            <a:ext cx="2907864" cy="425196"/>
            <a:chOff x="127267" y="1159002"/>
            <a:chExt cx="2907864" cy="425196"/>
          </a:xfrm>
        </p:grpSpPr>
        <p:sp>
          <p:nvSpPr>
            <p:cNvPr id="201" name="Rectangle 200">
              <a:extLst>
                <a:ext uri="{FF2B5EF4-FFF2-40B4-BE49-F238E27FC236}">
                  <a16:creationId xmlns:a16="http://schemas.microsoft.com/office/drawing/2014/main" id="{4267135D-2CDB-F792-963D-D5DE18F5F8BE}"/>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What type of workspace is needed?</a:t>
              </a:r>
            </a:p>
          </p:txBody>
        </p:sp>
        <p:grpSp>
          <p:nvGrpSpPr>
            <p:cNvPr id="202" name="Group 201">
              <a:extLst>
                <a:ext uri="{FF2B5EF4-FFF2-40B4-BE49-F238E27FC236}">
                  <a16:creationId xmlns:a16="http://schemas.microsoft.com/office/drawing/2014/main" id="{CE649F66-92B9-0813-1729-404B41D967C8}"/>
                </a:ext>
              </a:extLst>
            </p:cNvPr>
            <p:cNvGrpSpPr/>
            <p:nvPr/>
          </p:nvGrpSpPr>
          <p:grpSpPr>
            <a:xfrm>
              <a:off x="221742" y="1371600"/>
              <a:ext cx="2043684" cy="212598"/>
              <a:chOff x="221742" y="1371600"/>
              <a:chExt cx="2043684" cy="212598"/>
            </a:xfrm>
          </p:grpSpPr>
          <p:sp>
            <p:nvSpPr>
              <p:cNvPr id="203" name="Rectangle: Rounded Corners 202">
                <a:extLst>
                  <a:ext uri="{FF2B5EF4-FFF2-40B4-BE49-F238E27FC236}">
                    <a16:creationId xmlns:a16="http://schemas.microsoft.com/office/drawing/2014/main" id="{78320A35-DFE7-8C99-C828-D1C8883B2FFD}"/>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04" name="Isosceles Triangle 203">
                <a:extLst>
                  <a:ext uri="{FF2B5EF4-FFF2-40B4-BE49-F238E27FC236}">
                    <a16:creationId xmlns:a16="http://schemas.microsoft.com/office/drawing/2014/main" id="{4BDE7BC2-33BF-E173-870A-467250B87C4E}"/>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Connector 204">
                <a:extLst>
                  <a:ext uri="{FF2B5EF4-FFF2-40B4-BE49-F238E27FC236}">
                    <a16:creationId xmlns:a16="http://schemas.microsoft.com/office/drawing/2014/main" id="{068A8BD4-63F4-91EA-9CC4-170C53CFC789}"/>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06" name="Rectangle 205">
            <a:extLst>
              <a:ext uri="{FF2B5EF4-FFF2-40B4-BE49-F238E27FC236}">
                <a16:creationId xmlns:a16="http://schemas.microsoft.com/office/drawing/2014/main" id="{0FA5FB15-B53F-C493-FA6A-FB89F4928136}"/>
              </a:ext>
            </a:extLst>
          </p:cNvPr>
          <p:cNvSpPr/>
          <p:nvPr/>
        </p:nvSpPr>
        <p:spPr>
          <a:xfrm>
            <a:off x="2320840" y="325354"/>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Physical Workstation, Virtual Desktop, Both?</a:t>
            </a:r>
          </a:p>
        </p:txBody>
      </p:sp>
      <p:grpSp>
        <p:nvGrpSpPr>
          <p:cNvPr id="207" name="Group 206">
            <a:extLst>
              <a:ext uri="{FF2B5EF4-FFF2-40B4-BE49-F238E27FC236}">
                <a16:creationId xmlns:a16="http://schemas.microsoft.com/office/drawing/2014/main" id="{703DEF45-BA85-A264-0E6D-2ECE9C893BAD}"/>
              </a:ext>
            </a:extLst>
          </p:cNvPr>
          <p:cNvGrpSpPr/>
          <p:nvPr/>
        </p:nvGrpSpPr>
        <p:grpSpPr>
          <a:xfrm>
            <a:off x="127000" y="1241786"/>
            <a:ext cx="2907864" cy="425196"/>
            <a:chOff x="127267" y="1159002"/>
            <a:chExt cx="2907864" cy="425196"/>
          </a:xfrm>
        </p:grpSpPr>
        <p:sp>
          <p:nvSpPr>
            <p:cNvPr id="208" name="Rectangle 207">
              <a:extLst>
                <a:ext uri="{FF2B5EF4-FFF2-40B4-BE49-F238E27FC236}">
                  <a16:creationId xmlns:a16="http://schemas.microsoft.com/office/drawing/2014/main" id="{338E90BB-F7BA-9DD3-DC4B-D33A26B392DB}"/>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Device Type?</a:t>
              </a:r>
            </a:p>
          </p:txBody>
        </p:sp>
        <p:grpSp>
          <p:nvGrpSpPr>
            <p:cNvPr id="209" name="Group 208">
              <a:extLst>
                <a:ext uri="{FF2B5EF4-FFF2-40B4-BE49-F238E27FC236}">
                  <a16:creationId xmlns:a16="http://schemas.microsoft.com/office/drawing/2014/main" id="{66003377-7C25-6F6A-5B16-673C0252A523}"/>
                </a:ext>
              </a:extLst>
            </p:cNvPr>
            <p:cNvGrpSpPr/>
            <p:nvPr/>
          </p:nvGrpSpPr>
          <p:grpSpPr>
            <a:xfrm>
              <a:off x="221742" y="1371600"/>
              <a:ext cx="2043684" cy="212598"/>
              <a:chOff x="221742" y="1371600"/>
              <a:chExt cx="2043684" cy="212598"/>
            </a:xfrm>
          </p:grpSpPr>
          <p:sp>
            <p:nvSpPr>
              <p:cNvPr id="210" name="Rectangle: Rounded Corners 209">
                <a:extLst>
                  <a:ext uri="{FF2B5EF4-FFF2-40B4-BE49-F238E27FC236}">
                    <a16:creationId xmlns:a16="http://schemas.microsoft.com/office/drawing/2014/main" id="{009D3972-65DB-A53E-3211-806F1761AFD9}"/>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11" name="Isosceles Triangle 210">
                <a:extLst>
                  <a:ext uri="{FF2B5EF4-FFF2-40B4-BE49-F238E27FC236}">
                    <a16:creationId xmlns:a16="http://schemas.microsoft.com/office/drawing/2014/main" id="{EEFF09E3-6955-2B2E-9B37-CB75195E18B4}"/>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2" name="Straight Connector 211">
                <a:extLst>
                  <a:ext uri="{FF2B5EF4-FFF2-40B4-BE49-F238E27FC236}">
                    <a16:creationId xmlns:a16="http://schemas.microsoft.com/office/drawing/2014/main" id="{89019400-74FB-E630-37C5-BA9E0ED0313F}"/>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13" name="Rectangle 212">
            <a:extLst>
              <a:ext uri="{FF2B5EF4-FFF2-40B4-BE49-F238E27FC236}">
                <a16:creationId xmlns:a16="http://schemas.microsoft.com/office/drawing/2014/main" id="{02933384-51A9-A48A-7852-F2E433E964AC}"/>
              </a:ext>
            </a:extLst>
          </p:cNvPr>
          <p:cNvSpPr/>
          <p:nvPr/>
        </p:nvSpPr>
        <p:spPr>
          <a:xfrm>
            <a:off x="820510" y="1237187"/>
            <a:ext cx="153912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Standard Laptop, High-Performance/Developer Laptop, Desktop Tower</a:t>
            </a:r>
          </a:p>
        </p:txBody>
      </p:sp>
      <p:grpSp>
        <p:nvGrpSpPr>
          <p:cNvPr id="214" name="Group 213">
            <a:extLst>
              <a:ext uri="{FF2B5EF4-FFF2-40B4-BE49-F238E27FC236}">
                <a16:creationId xmlns:a16="http://schemas.microsoft.com/office/drawing/2014/main" id="{DFC7711E-C0B6-E534-76DA-571AB5C12742}"/>
              </a:ext>
            </a:extLst>
          </p:cNvPr>
          <p:cNvGrpSpPr/>
          <p:nvPr/>
        </p:nvGrpSpPr>
        <p:grpSpPr>
          <a:xfrm>
            <a:off x="127000" y="1687955"/>
            <a:ext cx="2907864" cy="425196"/>
            <a:chOff x="127267" y="1159002"/>
            <a:chExt cx="2907864" cy="425196"/>
          </a:xfrm>
        </p:grpSpPr>
        <p:sp>
          <p:nvSpPr>
            <p:cNvPr id="215" name="Rectangle 214">
              <a:extLst>
                <a:ext uri="{FF2B5EF4-FFF2-40B4-BE49-F238E27FC236}">
                  <a16:creationId xmlns:a16="http://schemas.microsoft.com/office/drawing/2014/main" id="{9D50CC98-E35E-EED0-DBC6-B82D1265136D}"/>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Home Address 1</a:t>
              </a:r>
            </a:p>
          </p:txBody>
        </p:sp>
        <p:sp>
          <p:nvSpPr>
            <p:cNvPr id="216" name="Rectangle: Rounded Corners 215">
              <a:extLst>
                <a:ext uri="{FF2B5EF4-FFF2-40B4-BE49-F238E27FC236}">
                  <a16:creationId xmlns:a16="http://schemas.microsoft.com/office/drawing/2014/main" id="{67656D3F-E23A-1FD9-E2FB-A1E5CF53D8FC}"/>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217" name="Group 216">
            <a:extLst>
              <a:ext uri="{FF2B5EF4-FFF2-40B4-BE49-F238E27FC236}">
                <a16:creationId xmlns:a16="http://schemas.microsoft.com/office/drawing/2014/main" id="{2C3D1098-CFC8-619C-6979-783AD84277CA}"/>
              </a:ext>
            </a:extLst>
          </p:cNvPr>
          <p:cNvGrpSpPr/>
          <p:nvPr/>
        </p:nvGrpSpPr>
        <p:grpSpPr>
          <a:xfrm>
            <a:off x="2786501" y="1687955"/>
            <a:ext cx="2907864" cy="425196"/>
            <a:chOff x="127267" y="1159002"/>
            <a:chExt cx="2907864" cy="425196"/>
          </a:xfrm>
        </p:grpSpPr>
        <p:sp>
          <p:nvSpPr>
            <p:cNvPr id="218" name="Rectangle 217">
              <a:extLst>
                <a:ext uri="{FF2B5EF4-FFF2-40B4-BE49-F238E27FC236}">
                  <a16:creationId xmlns:a16="http://schemas.microsoft.com/office/drawing/2014/main" id="{67F7B5C2-3711-4BD2-95F7-98231E16C254}"/>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Home Address 2</a:t>
              </a:r>
            </a:p>
          </p:txBody>
        </p:sp>
        <p:sp>
          <p:nvSpPr>
            <p:cNvPr id="219" name="Rectangle: Rounded Corners 218">
              <a:extLst>
                <a:ext uri="{FF2B5EF4-FFF2-40B4-BE49-F238E27FC236}">
                  <a16:creationId xmlns:a16="http://schemas.microsoft.com/office/drawing/2014/main" id="{79E2C08C-4273-BC49-3D75-86308AB0298A}"/>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220" name="Group 219">
            <a:extLst>
              <a:ext uri="{FF2B5EF4-FFF2-40B4-BE49-F238E27FC236}">
                <a16:creationId xmlns:a16="http://schemas.microsoft.com/office/drawing/2014/main" id="{434D03DA-CA46-CCE3-EAFF-40B7D2E8F4BD}"/>
              </a:ext>
            </a:extLst>
          </p:cNvPr>
          <p:cNvGrpSpPr/>
          <p:nvPr/>
        </p:nvGrpSpPr>
        <p:grpSpPr>
          <a:xfrm>
            <a:off x="127000" y="2113151"/>
            <a:ext cx="2907864" cy="425196"/>
            <a:chOff x="127267" y="1159002"/>
            <a:chExt cx="2907864" cy="425196"/>
          </a:xfrm>
        </p:grpSpPr>
        <p:sp>
          <p:nvSpPr>
            <p:cNvPr id="221" name="Rectangle 220">
              <a:extLst>
                <a:ext uri="{FF2B5EF4-FFF2-40B4-BE49-F238E27FC236}">
                  <a16:creationId xmlns:a16="http://schemas.microsoft.com/office/drawing/2014/main" id="{9CB4AF9E-E928-CE58-659E-03FF620A586B}"/>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Home City</a:t>
              </a:r>
            </a:p>
          </p:txBody>
        </p:sp>
        <p:sp>
          <p:nvSpPr>
            <p:cNvPr id="222" name="Rectangle: Rounded Corners 221">
              <a:extLst>
                <a:ext uri="{FF2B5EF4-FFF2-40B4-BE49-F238E27FC236}">
                  <a16:creationId xmlns:a16="http://schemas.microsoft.com/office/drawing/2014/main" id="{145F314E-339D-C325-3D46-EC5CB54CD560}"/>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223" name="Group 222">
            <a:extLst>
              <a:ext uri="{FF2B5EF4-FFF2-40B4-BE49-F238E27FC236}">
                <a16:creationId xmlns:a16="http://schemas.microsoft.com/office/drawing/2014/main" id="{9C750409-F31C-5BCE-4A73-684D1E3F12A0}"/>
              </a:ext>
            </a:extLst>
          </p:cNvPr>
          <p:cNvGrpSpPr/>
          <p:nvPr/>
        </p:nvGrpSpPr>
        <p:grpSpPr>
          <a:xfrm>
            <a:off x="2768967" y="2113151"/>
            <a:ext cx="2907864" cy="425196"/>
            <a:chOff x="127267" y="1159002"/>
            <a:chExt cx="2907864" cy="425196"/>
          </a:xfrm>
        </p:grpSpPr>
        <p:sp>
          <p:nvSpPr>
            <p:cNvPr id="224" name="Rectangle 223">
              <a:extLst>
                <a:ext uri="{FF2B5EF4-FFF2-40B4-BE49-F238E27FC236}">
                  <a16:creationId xmlns:a16="http://schemas.microsoft.com/office/drawing/2014/main" id="{158F668C-E2B8-F371-F341-780A1CB43A36}"/>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Home State</a:t>
              </a:r>
            </a:p>
          </p:txBody>
        </p:sp>
        <p:grpSp>
          <p:nvGrpSpPr>
            <p:cNvPr id="225" name="Group 224">
              <a:extLst>
                <a:ext uri="{FF2B5EF4-FFF2-40B4-BE49-F238E27FC236}">
                  <a16:creationId xmlns:a16="http://schemas.microsoft.com/office/drawing/2014/main" id="{A542A1DB-F128-B3CD-475B-C3F3690796AC}"/>
                </a:ext>
              </a:extLst>
            </p:cNvPr>
            <p:cNvGrpSpPr/>
            <p:nvPr/>
          </p:nvGrpSpPr>
          <p:grpSpPr>
            <a:xfrm>
              <a:off x="221742" y="1371600"/>
              <a:ext cx="2043684" cy="212598"/>
              <a:chOff x="221742" y="1371600"/>
              <a:chExt cx="2043684" cy="212598"/>
            </a:xfrm>
          </p:grpSpPr>
          <p:sp>
            <p:nvSpPr>
              <p:cNvPr id="226" name="Rectangle: Rounded Corners 225">
                <a:extLst>
                  <a:ext uri="{FF2B5EF4-FFF2-40B4-BE49-F238E27FC236}">
                    <a16:creationId xmlns:a16="http://schemas.microsoft.com/office/drawing/2014/main" id="{AA70B110-A130-6188-C00A-C7A760256F94}"/>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27" name="Isosceles Triangle 226">
                <a:extLst>
                  <a:ext uri="{FF2B5EF4-FFF2-40B4-BE49-F238E27FC236}">
                    <a16:creationId xmlns:a16="http://schemas.microsoft.com/office/drawing/2014/main" id="{F8A24854-3523-C754-E5BA-C817F96B7E7B}"/>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8" name="Straight Connector 227">
                <a:extLst>
                  <a:ext uri="{FF2B5EF4-FFF2-40B4-BE49-F238E27FC236}">
                    <a16:creationId xmlns:a16="http://schemas.microsoft.com/office/drawing/2014/main" id="{3B547F23-4F72-4A37-EBF1-662A113EA032}"/>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235" name="Group 234">
            <a:extLst>
              <a:ext uri="{FF2B5EF4-FFF2-40B4-BE49-F238E27FC236}">
                <a16:creationId xmlns:a16="http://schemas.microsoft.com/office/drawing/2014/main" id="{27B66E1F-5884-4FD0-AD1A-59664DAB1E79}"/>
              </a:ext>
            </a:extLst>
          </p:cNvPr>
          <p:cNvGrpSpPr/>
          <p:nvPr/>
        </p:nvGrpSpPr>
        <p:grpSpPr>
          <a:xfrm>
            <a:off x="127000" y="2602101"/>
            <a:ext cx="2907864" cy="425196"/>
            <a:chOff x="127267" y="1159002"/>
            <a:chExt cx="2907864" cy="425196"/>
          </a:xfrm>
        </p:grpSpPr>
        <p:sp>
          <p:nvSpPr>
            <p:cNvPr id="236" name="Rectangle 235">
              <a:extLst>
                <a:ext uri="{FF2B5EF4-FFF2-40B4-BE49-F238E27FC236}">
                  <a16:creationId xmlns:a16="http://schemas.microsoft.com/office/drawing/2014/main" id="{26DDD9B1-6D47-50AE-5942-955FDCB48F36}"/>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Home Postal</a:t>
              </a:r>
            </a:p>
          </p:txBody>
        </p:sp>
        <p:sp>
          <p:nvSpPr>
            <p:cNvPr id="237" name="Rectangle: Rounded Corners 236">
              <a:extLst>
                <a:ext uri="{FF2B5EF4-FFF2-40B4-BE49-F238E27FC236}">
                  <a16:creationId xmlns:a16="http://schemas.microsoft.com/office/drawing/2014/main" id="{D0B070B0-2B45-6744-588A-11D8C2FB2488}"/>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238" name="Group 237">
            <a:extLst>
              <a:ext uri="{FF2B5EF4-FFF2-40B4-BE49-F238E27FC236}">
                <a16:creationId xmlns:a16="http://schemas.microsoft.com/office/drawing/2014/main" id="{A3BF3241-A3F6-453F-9B2E-B77942805FED}"/>
              </a:ext>
            </a:extLst>
          </p:cNvPr>
          <p:cNvGrpSpPr/>
          <p:nvPr/>
        </p:nvGrpSpPr>
        <p:grpSpPr>
          <a:xfrm>
            <a:off x="2768967" y="2598851"/>
            <a:ext cx="2907864" cy="425196"/>
            <a:chOff x="127267" y="1159002"/>
            <a:chExt cx="2907864" cy="425196"/>
          </a:xfrm>
        </p:grpSpPr>
        <p:sp>
          <p:nvSpPr>
            <p:cNvPr id="239" name="Rectangle 238">
              <a:extLst>
                <a:ext uri="{FF2B5EF4-FFF2-40B4-BE49-F238E27FC236}">
                  <a16:creationId xmlns:a16="http://schemas.microsoft.com/office/drawing/2014/main" id="{2FEBB00C-A44A-1428-6CCD-D0AE9D0718CC}"/>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Home Country</a:t>
              </a:r>
            </a:p>
          </p:txBody>
        </p:sp>
        <p:grpSp>
          <p:nvGrpSpPr>
            <p:cNvPr id="240" name="Group 239">
              <a:extLst>
                <a:ext uri="{FF2B5EF4-FFF2-40B4-BE49-F238E27FC236}">
                  <a16:creationId xmlns:a16="http://schemas.microsoft.com/office/drawing/2014/main" id="{70D3DA57-6C3B-4FA5-93BD-48C33A39C1BA}"/>
                </a:ext>
              </a:extLst>
            </p:cNvPr>
            <p:cNvGrpSpPr/>
            <p:nvPr/>
          </p:nvGrpSpPr>
          <p:grpSpPr>
            <a:xfrm>
              <a:off x="221742" y="1371600"/>
              <a:ext cx="2043684" cy="212598"/>
              <a:chOff x="221742" y="1371600"/>
              <a:chExt cx="2043684" cy="212598"/>
            </a:xfrm>
          </p:grpSpPr>
          <p:sp>
            <p:nvSpPr>
              <p:cNvPr id="241" name="Rectangle: Rounded Corners 240">
                <a:extLst>
                  <a:ext uri="{FF2B5EF4-FFF2-40B4-BE49-F238E27FC236}">
                    <a16:creationId xmlns:a16="http://schemas.microsoft.com/office/drawing/2014/main" id="{9F9452E7-E2E1-33E3-A7BC-B783175A5773}"/>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42" name="Isosceles Triangle 241">
                <a:extLst>
                  <a:ext uri="{FF2B5EF4-FFF2-40B4-BE49-F238E27FC236}">
                    <a16:creationId xmlns:a16="http://schemas.microsoft.com/office/drawing/2014/main" id="{5306A2A7-1E5B-FF06-3561-15C1CD1141A7}"/>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3" name="Straight Connector 242">
                <a:extLst>
                  <a:ext uri="{FF2B5EF4-FFF2-40B4-BE49-F238E27FC236}">
                    <a16:creationId xmlns:a16="http://schemas.microsoft.com/office/drawing/2014/main" id="{299EE422-1048-0FA3-3793-24614E7C4548}"/>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244" name="Group 243">
            <a:extLst>
              <a:ext uri="{FF2B5EF4-FFF2-40B4-BE49-F238E27FC236}">
                <a16:creationId xmlns:a16="http://schemas.microsoft.com/office/drawing/2014/main" id="{617D2664-11FB-A7AF-35A7-F5C04AF7727C}"/>
              </a:ext>
            </a:extLst>
          </p:cNvPr>
          <p:cNvGrpSpPr/>
          <p:nvPr/>
        </p:nvGrpSpPr>
        <p:grpSpPr>
          <a:xfrm>
            <a:off x="144597" y="3288740"/>
            <a:ext cx="2907864" cy="425196"/>
            <a:chOff x="127267" y="1159002"/>
            <a:chExt cx="2907864" cy="425196"/>
          </a:xfrm>
        </p:grpSpPr>
        <p:sp>
          <p:nvSpPr>
            <p:cNvPr id="245" name="Rectangle 244">
              <a:extLst>
                <a:ext uri="{FF2B5EF4-FFF2-40B4-BE49-F238E27FC236}">
                  <a16:creationId xmlns:a16="http://schemas.microsoft.com/office/drawing/2014/main" id="{80F0F104-0560-30E8-5E45-619821013604}"/>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chemeClr val="tx1"/>
                  </a:solidFill>
                </a:rPr>
                <a:t>Profile Type</a:t>
              </a:r>
            </a:p>
          </p:txBody>
        </p:sp>
        <p:grpSp>
          <p:nvGrpSpPr>
            <p:cNvPr id="246" name="Group 245">
              <a:extLst>
                <a:ext uri="{FF2B5EF4-FFF2-40B4-BE49-F238E27FC236}">
                  <a16:creationId xmlns:a16="http://schemas.microsoft.com/office/drawing/2014/main" id="{2F0779CA-207B-FD2B-4C0E-8D2EA22A9DC6}"/>
                </a:ext>
              </a:extLst>
            </p:cNvPr>
            <p:cNvGrpSpPr/>
            <p:nvPr/>
          </p:nvGrpSpPr>
          <p:grpSpPr>
            <a:xfrm>
              <a:off x="221742" y="1371600"/>
              <a:ext cx="2043684" cy="212598"/>
              <a:chOff x="221742" y="1371600"/>
              <a:chExt cx="2043684" cy="212598"/>
            </a:xfrm>
          </p:grpSpPr>
          <p:sp>
            <p:nvSpPr>
              <p:cNvPr id="247" name="Rectangle: Rounded Corners 246">
                <a:extLst>
                  <a:ext uri="{FF2B5EF4-FFF2-40B4-BE49-F238E27FC236}">
                    <a16:creationId xmlns:a16="http://schemas.microsoft.com/office/drawing/2014/main" id="{CB921920-C09F-ECC2-6A88-C95BA02FC5CA}"/>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48" name="Isosceles Triangle 247">
                <a:extLst>
                  <a:ext uri="{FF2B5EF4-FFF2-40B4-BE49-F238E27FC236}">
                    <a16:creationId xmlns:a16="http://schemas.microsoft.com/office/drawing/2014/main" id="{30236826-B662-EC66-9F4F-1F928D692020}"/>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9" name="Straight Connector 248">
                <a:extLst>
                  <a:ext uri="{FF2B5EF4-FFF2-40B4-BE49-F238E27FC236}">
                    <a16:creationId xmlns:a16="http://schemas.microsoft.com/office/drawing/2014/main" id="{0DA45193-B74E-0E14-C593-1B49B2AAA796}"/>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50" name="Rectangle 249">
            <a:extLst>
              <a:ext uri="{FF2B5EF4-FFF2-40B4-BE49-F238E27FC236}">
                <a16:creationId xmlns:a16="http://schemas.microsoft.com/office/drawing/2014/main" id="{DA93266D-0956-0388-6B58-39961F65ACB7}"/>
              </a:ext>
            </a:extLst>
          </p:cNvPr>
          <p:cNvSpPr/>
          <p:nvPr/>
        </p:nvSpPr>
        <p:spPr>
          <a:xfrm>
            <a:off x="2282756" y="3504296"/>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Dropdown: Standard Corporate User, Developer/Power User, External Vendor/Contractor</a:t>
            </a:r>
          </a:p>
        </p:txBody>
      </p:sp>
      <p:sp>
        <p:nvSpPr>
          <p:cNvPr id="251" name="Rectangle 250">
            <a:extLst>
              <a:ext uri="{FF2B5EF4-FFF2-40B4-BE49-F238E27FC236}">
                <a16:creationId xmlns:a16="http://schemas.microsoft.com/office/drawing/2014/main" id="{D9FB521B-1CED-8E42-1D97-1612586133EF}"/>
              </a:ext>
            </a:extLst>
          </p:cNvPr>
          <p:cNvSpPr/>
          <p:nvPr/>
        </p:nvSpPr>
        <p:spPr>
          <a:xfrm>
            <a:off x="153807" y="3106900"/>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Branch B (If Type is Virtual.</a:t>
            </a:r>
          </a:p>
        </p:txBody>
      </p:sp>
      <p:sp>
        <p:nvSpPr>
          <p:cNvPr id="252" name="Rectangle 251">
            <a:extLst>
              <a:ext uri="{FF2B5EF4-FFF2-40B4-BE49-F238E27FC236}">
                <a16:creationId xmlns:a16="http://schemas.microsoft.com/office/drawing/2014/main" id="{6101C353-00B4-A220-FD16-CAA9E24046A3}"/>
              </a:ext>
            </a:extLst>
          </p:cNvPr>
          <p:cNvSpPr/>
          <p:nvPr/>
        </p:nvSpPr>
        <p:spPr>
          <a:xfrm>
            <a:off x="139409" y="623631"/>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Branch A ((If Type of Workspace is Physical or Both)</a:t>
            </a:r>
          </a:p>
        </p:txBody>
      </p:sp>
      <p:grpSp>
        <p:nvGrpSpPr>
          <p:cNvPr id="253" name="Group 252">
            <a:extLst>
              <a:ext uri="{FF2B5EF4-FFF2-40B4-BE49-F238E27FC236}">
                <a16:creationId xmlns:a16="http://schemas.microsoft.com/office/drawing/2014/main" id="{CE1E7544-DB82-E24D-C835-2179A44FF4E4}"/>
              </a:ext>
            </a:extLst>
          </p:cNvPr>
          <p:cNvGrpSpPr/>
          <p:nvPr/>
        </p:nvGrpSpPr>
        <p:grpSpPr>
          <a:xfrm>
            <a:off x="144597" y="3757524"/>
            <a:ext cx="2907864" cy="425196"/>
            <a:chOff x="127267" y="1159002"/>
            <a:chExt cx="2907864" cy="425196"/>
          </a:xfrm>
        </p:grpSpPr>
        <p:sp>
          <p:nvSpPr>
            <p:cNvPr id="254" name="Rectangle 253">
              <a:extLst>
                <a:ext uri="{FF2B5EF4-FFF2-40B4-BE49-F238E27FC236}">
                  <a16:creationId xmlns:a16="http://schemas.microsoft.com/office/drawing/2014/main" id="{44AD4F63-6D97-7AA2-F84D-9E634C064AF8}"/>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Primary Reason for Virtual Desktop</a:t>
              </a:r>
            </a:p>
          </p:txBody>
        </p:sp>
        <p:grpSp>
          <p:nvGrpSpPr>
            <p:cNvPr id="255" name="Group 254">
              <a:extLst>
                <a:ext uri="{FF2B5EF4-FFF2-40B4-BE49-F238E27FC236}">
                  <a16:creationId xmlns:a16="http://schemas.microsoft.com/office/drawing/2014/main" id="{7F858281-1363-9433-E73F-6F7FBD741B71}"/>
                </a:ext>
              </a:extLst>
            </p:cNvPr>
            <p:cNvGrpSpPr/>
            <p:nvPr/>
          </p:nvGrpSpPr>
          <p:grpSpPr>
            <a:xfrm>
              <a:off x="221742" y="1371600"/>
              <a:ext cx="2043684" cy="212598"/>
              <a:chOff x="221742" y="1371600"/>
              <a:chExt cx="2043684" cy="212598"/>
            </a:xfrm>
          </p:grpSpPr>
          <p:sp>
            <p:nvSpPr>
              <p:cNvPr id="256" name="Rectangle: Rounded Corners 255">
                <a:extLst>
                  <a:ext uri="{FF2B5EF4-FFF2-40B4-BE49-F238E27FC236}">
                    <a16:creationId xmlns:a16="http://schemas.microsoft.com/office/drawing/2014/main" id="{52D886AE-8FDB-91DE-5748-DB73CE8DA8E4}"/>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57" name="Isosceles Triangle 256">
                <a:extLst>
                  <a:ext uri="{FF2B5EF4-FFF2-40B4-BE49-F238E27FC236}">
                    <a16:creationId xmlns:a16="http://schemas.microsoft.com/office/drawing/2014/main" id="{EA10CC1F-0644-4F5A-2588-492C95635996}"/>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8" name="Straight Connector 257">
                <a:extLst>
                  <a:ext uri="{FF2B5EF4-FFF2-40B4-BE49-F238E27FC236}">
                    <a16:creationId xmlns:a16="http://schemas.microsoft.com/office/drawing/2014/main" id="{93738459-6A7B-D5C8-9823-2BF25DD36DFC}"/>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59" name="Rectangle 258">
            <a:extLst>
              <a:ext uri="{FF2B5EF4-FFF2-40B4-BE49-F238E27FC236}">
                <a16:creationId xmlns:a16="http://schemas.microsoft.com/office/drawing/2014/main" id="{41D6EB92-A7F5-91E6-4E5B-80926A90DDCE}"/>
              </a:ext>
            </a:extLst>
          </p:cNvPr>
          <p:cNvSpPr/>
          <p:nvPr/>
        </p:nvSpPr>
        <p:spPr>
          <a:xfrm>
            <a:off x="2282756" y="3975251"/>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Dropdown: Remote Work, Accessing Secure Network, Third-Party Vendor Access</a:t>
            </a:r>
          </a:p>
        </p:txBody>
      </p:sp>
      <p:grpSp>
        <p:nvGrpSpPr>
          <p:cNvPr id="4" name="Group 3">
            <a:extLst>
              <a:ext uri="{FF2B5EF4-FFF2-40B4-BE49-F238E27FC236}">
                <a16:creationId xmlns:a16="http://schemas.microsoft.com/office/drawing/2014/main" id="{D0BEC513-63A4-189D-989E-62D23F404E0D}"/>
              </a:ext>
            </a:extLst>
          </p:cNvPr>
          <p:cNvGrpSpPr/>
          <p:nvPr/>
        </p:nvGrpSpPr>
        <p:grpSpPr>
          <a:xfrm>
            <a:off x="144597" y="4211249"/>
            <a:ext cx="2907864" cy="425196"/>
            <a:chOff x="127267" y="1159002"/>
            <a:chExt cx="2907864" cy="425196"/>
          </a:xfrm>
        </p:grpSpPr>
        <p:sp>
          <p:nvSpPr>
            <p:cNvPr id="5" name="Rectangle 4">
              <a:extLst>
                <a:ext uri="{FF2B5EF4-FFF2-40B4-BE49-F238E27FC236}">
                  <a16:creationId xmlns:a16="http://schemas.microsoft.com/office/drawing/2014/main" id="{67BE1664-BF1D-8901-5FD6-6C9A395A07E7}"/>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Operating System Required</a:t>
              </a:r>
            </a:p>
          </p:txBody>
        </p:sp>
        <p:grpSp>
          <p:nvGrpSpPr>
            <p:cNvPr id="6" name="Group 5">
              <a:extLst>
                <a:ext uri="{FF2B5EF4-FFF2-40B4-BE49-F238E27FC236}">
                  <a16:creationId xmlns:a16="http://schemas.microsoft.com/office/drawing/2014/main" id="{4AE3869C-17F5-D6F6-8E4E-413E9F6F9F98}"/>
                </a:ext>
              </a:extLst>
            </p:cNvPr>
            <p:cNvGrpSpPr/>
            <p:nvPr/>
          </p:nvGrpSpPr>
          <p:grpSpPr>
            <a:xfrm>
              <a:off x="221742" y="1371600"/>
              <a:ext cx="2043684" cy="212598"/>
              <a:chOff x="221742" y="1371600"/>
              <a:chExt cx="2043684" cy="212598"/>
            </a:xfrm>
          </p:grpSpPr>
          <p:sp>
            <p:nvSpPr>
              <p:cNvPr id="7" name="Rectangle: Rounded Corners 6">
                <a:extLst>
                  <a:ext uri="{FF2B5EF4-FFF2-40B4-BE49-F238E27FC236}">
                    <a16:creationId xmlns:a16="http://schemas.microsoft.com/office/drawing/2014/main" id="{072F790D-275C-4DFC-31CF-3D85BA20086A}"/>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8" name="Isosceles Triangle 7">
                <a:extLst>
                  <a:ext uri="{FF2B5EF4-FFF2-40B4-BE49-F238E27FC236}">
                    <a16:creationId xmlns:a16="http://schemas.microsoft.com/office/drawing/2014/main" id="{8F60DFB0-8E8D-747D-A867-C84E57DD2E8B}"/>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8341F33D-0F97-71CD-42EF-99E058812911}"/>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0" name="Rectangle 9">
            <a:extLst>
              <a:ext uri="{FF2B5EF4-FFF2-40B4-BE49-F238E27FC236}">
                <a16:creationId xmlns:a16="http://schemas.microsoft.com/office/drawing/2014/main" id="{CC044F58-3F91-7BED-46F6-F2AE066420F5}"/>
              </a:ext>
            </a:extLst>
          </p:cNvPr>
          <p:cNvSpPr/>
          <p:nvPr/>
        </p:nvSpPr>
        <p:spPr>
          <a:xfrm>
            <a:off x="2282756" y="4418240"/>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Dropdown: Windows 11, Linux/Ubuntu</a:t>
            </a:r>
          </a:p>
        </p:txBody>
      </p:sp>
      <p:grpSp>
        <p:nvGrpSpPr>
          <p:cNvPr id="11" name="Group 10">
            <a:extLst>
              <a:ext uri="{FF2B5EF4-FFF2-40B4-BE49-F238E27FC236}">
                <a16:creationId xmlns:a16="http://schemas.microsoft.com/office/drawing/2014/main" id="{54893271-4B16-A0F0-5546-FE69DE842B90}"/>
              </a:ext>
            </a:extLst>
          </p:cNvPr>
          <p:cNvGrpSpPr/>
          <p:nvPr/>
        </p:nvGrpSpPr>
        <p:grpSpPr>
          <a:xfrm>
            <a:off x="153807" y="4675103"/>
            <a:ext cx="2907864" cy="425196"/>
            <a:chOff x="127267" y="1159002"/>
            <a:chExt cx="2907864" cy="425196"/>
          </a:xfrm>
        </p:grpSpPr>
        <p:sp>
          <p:nvSpPr>
            <p:cNvPr id="12" name="Rectangle 11">
              <a:extLst>
                <a:ext uri="{FF2B5EF4-FFF2-40B4-BE49-F238E27FC236}">
                  <a16:creationId xmlns:a16="http://schemas.microsoft.com/office/drawing/2014/main" id="{7009628A-DCDC-4834-FCD6-DD6C617E993C}"/>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Duration of Access</a:t>
              </a:r>
            </a:p>
          </p:txBody>
        </p:sp>
        <p:grpSp>
          <p:nvGrpSpPr>
            <p:cNvPr id="13" name="Group 12">
              <a:extLst>
                <a:ext uri="{FF2B5EF4-FFF2-40B4-BE49-F238E27FC236}">
                  <a16:creationId xmlns:a16="http://schemas.microsoft.com/office/drawing/2014/main" id="{A56FB952-BE33-D9D7-9377-11DFAC232300}"/>
                </a:ext>
              </a:extLst>
            </p:cNvPr>
            <p:cNvGrpSpPr/>
            <p:nvPr/>
          </p:nvGrpSpPr>
          <p:grpSpPr>
            <a:xfrm>
              <a:off x="221742" y="1371600"/>
              <a:ext cx="2043684" cy="212598"/>
              <a:chOff x="221742" y="1371600"/>
              <a:chExt cx="2043684" cy="212598"/>
            </a:xfrm>
          </p:grpSpPr>
          <p:sp>
            <p:nvSpPr>
              <p:cNvPr id="14" name="Rectangle: Rounded Corners 13">
                <a:extLst>
                  <a:ext uri="{FF2B5EF4-FFF2-40B4-BE49-F238E27FC236}">
                    <a16:creationId xmlns:a16="http://schemas.microsoft.com/office/drawing/2014/main" id="{B855AFE0-402D-7807-7C03-25224BB637A5}"/>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5" name="Isosceles Triangle 14">
                <a:extLst>
                  <a:ext uri="{FF2B5EF4-FFF2-40B4-BE49-F238E27FC236}">
                    <a16:creationId xmlns:a16="http://schemas.microsoft.com/office/drawing/2014/main" id="{416372F4-E053-E366-6726-B64C439C06A5}"/>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9E16D1E-270E-DE5E-74FF-DB269B1C650E}"/>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7" name="Rectangle 16">
            <a:extLst>
              <a:ext uri="{FF2B5EF4-FFF2-40B4-BE49-F238E27FC236}">
                <a16:creationId xmlns:a16="http://schemas.microsoft.com/office/drawing/2014/main" id="{8B8BF14E-34AA-58CB-F1F5-B0733B7D7F3A}"/>
              </a:ext>
            </a:extLst>
          </p:cNvPr>
          <p:cNvSpPr/>
          <p:nvPr/>
        </p:nvSpPr>
        <p:spPr>
          <a:xfrm>
            <a:off x="2282756" y="4885568"/>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Dropdown: Permanent, Temporary/Contract End Date</a:t>
            </a:r>
          </a:p>
        </p:txBody>
      </p:sp>
      <p:grpSp>
        <p:nvGrpSpPr>
          <p:cNvPr id="18" name="Group 17">
            <a:extLst>
              <a:ext uri="{FF2B5EF4-FFF2-40B4-BE49-F238E27FC236}">
                <a16:creationId xmlns:a16="http://schemas.microsoft.com/office/drawing/2014/main" id="{42412C67-0102-BCF1-43F2-F3FB23A96099}"/>
              </a:ext>
            </a:extLst>
          </p:cNvPr>
          <p:cNvGrpSpPr/>
          <p:nvPr/>
        </p:nvGrpSpPr>
        <p:grpSpPr>
          <a:xfrm>
            <a:off x="144597" y="5114540"/>
            <a:ext cx="2907864" cy="425196"/>
            <a:chOff x="127267" y="1159002"/>
            <a:chExt cx="2907864" cy="425196"/>
          </a:xfrm>
        </p:grpSpPr>
        <p:sp>
          <p:nvSpPr>
            <p:cNvPr id="19" name="Rectangle 18">
              <a:extLst>
                <a:ext uri="{FF2B5EF4-FFF2-40B4-BE49-F238E27FC236}">
                  <a16:creationId xmlns:a16="http://schemas.microsoft.com/office/drawing/2014/main" id="{9653D4E2-9CFF-2F2E-AB9E-B25534B24BB9}"/>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Contract End Date</a:t>
              </a:r>
            </a:p>
          </p:txBody>
        </p:sp>
        <p:grpSp>
          <p:nvGrpSpPr>
            <p:cNvPr id="20" name="Group 19">
              <a:extLst>
                <a:ext uri="{FF2B5EF4-FFF2-40B4-BE49-F238E27FC236}">
                  <a16:creationId xmlns:a16="http://schemas.microsoft.com/office/drawing/2014/main" id="{B6325A79-D50A-5868-0501-8E35B255FB27}"/>
                </a:ext>
              </a:extLst>
            </p:cNvPr>
            <p:cNvGrpSpPr/>
            <p:nvPr/>
          </p:nvGrpSpPr>
          <p:grpSpPr>
            <a:xfrm>
              <a:off x="221742" y="1371600"/>
              <a:ext cx="2043684" cy="212598"/>
              <a:chOff x="221742" y="1371600"/>
              <a:chExt cx="2043684" cy="212598"/>
            </a:xfrm>
          </p:grpSpPr>
          <p:sp>
            <p:nvSpPr>
              <p:cNvPr id="21" name="Rectangle: Rounded Corners 20">
                <a:extLst>
                  <a:ext uri="{FF2B5EF4-FFF2-40B4-BE49-F238E27FC236}">
                    <a16:creationId xmlns:a16="http://schemas.microsoft.com/office/drawing/2014/main" id="{FE34C4CE-74F9-1E1A-DE62-0B9000FAFDDB}"/>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2" name="Isosceles Triangle 21">
                <a:extLst>
                  <a:ext uri="{FF2B5EF4-FFF2-40B4-BE49-F238E27FC236}">
                    <a16:creationId xmlns:a16="http://schemas.microsoft.com/office/drawing/2014/main" id="{B9208233-5373-C2A3-C2A6-D22B5A292F88}"/>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9ADE72A1-E403-FA16-746C-5B28294FA342}"/>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4" name="Rectangle 23">
            <a:extLst>
              <a:ext uri="{FF2B5EF4-FFF2-40B4-BE49-F238E27FC236}">
                <a16:creationId xmlns:a16="http://schemas.microsoft.com/office/drawing/2014/main" id="{D90D228E-EC4A-E63F-C9E0-FF8122320C47}"/>
              </a:ext>
            </a:extLst>
          </p:cNvPr>
          <p:cNvSpPr/>
          <p:nvPr/>
        </p:nvSpPr>
        <p:spPr>
          <a:xfrm>
            <a:off x="2282756" y="5327138"/>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Date Field; Mandatory if “Temporary is selected”</a:t>
            </a:r>
          </a:p>
        </p:txBody>
      </p:sp>
      <p:sp>
        <p:nvSpPr>
          <p:cNvPr id="49" name="Rectangle 48">
            <a:extLst>
              <a:ext uri="{FF2B5EF4-FFF2-40B4-BE49-F238E27FC236}">
                <a16:creationId xmlns:a16="http://schemas.microsoft.com/office/drawing/2014/main" id="{8081A0B9-5C97-49CE-D893-177F4F3BCC14}"/>
              </a:ext>
            </a:extLst>
          </p:cNvPr>
          <p:cNvSpPr/>
          <p:nvPr/>
        </p:nvSpPr>
        <p:spPr>
          <a:xfrm>
            <a:off x="6878841" y="1690887"/>
            <a:ext cx="2043684" cy="11825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4</a:t>
            </a:r>
          </a:p>
        </p:txBody>
      </p:sp>
      <p:cxnSp>
        <p:nvCxnSpPr>
          <p:cNvPr id="50" name="Straight Connector 49">
            <a:extLst>
              <a:ext uri="{FF2B5EF4-FFF2-40B4-BE49-F238E27FC236}">
                <a16:creationId xmlns:a16="http://schemas.microsoft.com/office/drawing/2014/main" id="{3C1D87ED-A1E3-34B4-6D1F-53606D05BF9F}"/>
              </a:ext>
            </a:extLst>
          </p:cNvPr>
          <p:cNvCxnSpPr>
            <a:cxnSpLocks/>
          </p:cNvCxnSpPr>
          <p:nvPr/>
        </p:nvCxnSpPr>
        <p:spPr>
          <a:xfrm>
            <a:off x="139409" y="5694460"/>
            <a:ext cx="8749747" cy="0"/>
          </a:xfrm>
          <a:prstGeom prst="line">
            <a:avLst/>
          </a:prstGeom>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04277400-1221-E685-B026-7B5FEF8A384F}"/>
              </a:ext>
            </a:extLst>
          </p:cNvPr>
          <p:cNvSpPr/>
          <p:nvPr/>
        </p:nvSpPr>
        <p:spPr>
          <a:xfrm>
            <a:off x="6878841" y="6136030"/>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5</a:t>
            </a:r>
          </a:p>
        </p:txBody>
      </p:sp>
      <p:grpSp>
        <p:nvGrpSpPr>
          <p:cNvPr id="52" name="Group 51">
            <a:extLst>
              <a:ext uri="{FF2B5EF4-FFF2-40B4-BE49-F238E27FC236}">
                <a16:creationId xmlns:a16="http://schemas.microsoft.com/office/drawing/2014/main" id="{FC4854B5-A4AF-A33C-A1DA-838104081DC6}"/>
              </a:ext>
            </a:extLst>
          </p:cNvPr>
          <p:cNvGrpSpPr/>
          <p:nvPr/>
        </p:nvGrpSpPr>
        <p:grpSpPr>
          <a:xfrm>
            <a:off x="119384" y="5806762"/>
            <a:ext cx="2907864" cy="425196"/>
            <a:chOff x="127267" y="1159002"/>
            <a:chExt cx="2907864" cy="425196"/>
          </a:xfrm>
        </p:grpSpPr>
        <p:sp>
          <p:nvSpPr>
            <p:cNvPr id="53" name="Rectangle 52">
              <a:extLst>
                <a:ext uri="{FF2B5EF4-FFF2-40B4-BE49-F238E27FC236}">
                  <a16:creationId xmlns:a16="http://schemas.microsoft.com/office/drawing/2014/main" id="{84339BD5-150F-C0B2-DB3E-F60A8C325821}"/>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Additional Software Packages</a:t>
              </a:r>
            </a:p>
          </p:txBody>
        </p:sp>
        <p:grpSp>
          <p:nvGrpSpPr>
            <p:cNvPr id="54" name="Group 53">
              <a:extLst>
                <a:ext uri="{FF2B5EF4-FFF2-40B4-BE49-F238E27FC236}">
                  <a16:creationId xmlns:a16="http://schemas.microsoft.com/office/drawing/2014/main" id="{815C2F5D-F235-ED25-2F54-320F42C2DEEB}"/>
                </a:ext>
              </a:extLst>
            </p:cNvPr>
            <p:cNvGrpSpPr/>
            <p:nvPr/>
          </p:nvGrpSpPr>
          <p:grpSpPr>
            <a:xfrm>
              <a:off x="221742" y="1371600"/>
              <a:ext cx="2043684" cy="212598"/>
              <a:chOff x="221742" y="1371600"/>
              <a:chExt cx="2043684" cy="212598"/>
            </a:xfrm>
          </p:grpSpPr>
          <p:sp>
            <p:nvSpPr>
              <p:cNvPr id="55" name="Rectangle: Rounded Corners 54">
                <a:extLst>
                  <a:ext uri="{FF2B5EF4-FFF2-40B4-BE49-F238E27FC236}">
                    <a16:creationId xmlns:a16="http://schemas.microsoft.com/office/drawing/2014/main" id="{8B39AA16-F0FB-7601-BC0E-B5738116DAA9}"/>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sp>
            <p:nvSpPr>
              <p:cNvPr id="56" name="Isosceles Triangle 55">
                <a:extLst>
                  <a:ext uri="{FF2B5EF4-FFF2-40B4-BE49-F238E27FC236}">
                    <a16:creationId xmlns:a16="http://schemas.microsoft.com/office/drawing/2014/main" id="{9E3ECCEA-8E06-A0B3-E5F3-6538B57CA33D}"/>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AD696566-EA2B-12AF-26CC-6AA026406158}"/>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58" name="Rectangle 57">
            <a:extLst>
              <a:ext uri="{FF2B5EF4-FFF2-40B4-BE49-F238E27FC236}">
                <a16:creationId xmlns:a16="http://schemas.microsoft.com/office/drawing/2014/main" id="{0A5A3CA9-084A-96C1-FC96-A0E2819CA463}"/>
              </a:ext>
            </a:extLst>
          </p:cNvPr>
          <p:cNvSpPr/>
          <p:nvPr/>
        </p:nvSpPr>
        <p:spPr>
          <a:xfrm>
            <a:off x="2313224" y="6010425"/>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List of</a:t>
            </a:r>
          </a:p>
        </p:txBody>
      </p:sp>
      <p:grpSp>
        <p:nvGrpSpPr>
          <p:cNvPr id="59" name="Group 58">
            <a:extLst>
              <a:ext uri="{FF2B5EF4-FFF2-40B4-BE49-F238E27FC236}">
                <a16:creationId xmlns:a16="http://schemas.microsoft.com/office/drawing/2014/main" id="{EB222E9E-9015-C459-4C44-A5CCE1B46E15}"/>
              </a:ext>
            </a:extLst>
          </p:cNvPr>
          <p:cNvGrpSpPr/>
          <p:nvPr/>
        </p:nvGrpSpPr>
        <p:grpSpPr>
          <a:xfrm>
            <a:off x="2788608" y="1230298"/>
            <a:ext cx="2907864" cy="425196"/>
            <a:chOff x="127267" y="1159002"/>
            <a:chExt cx="2907864" cy="425196"/>
          </a:xfrm>
        </p:grpSpPr>
        <p:sp>
          <p:nvSpPr>
            <p:cNvPr id="60" name="Rectangle 59">
              <a:extLst>
                <a:ext uri="{FF2B5EF4-FFF2-40B4-BE49-F238E27FC236}">
                  <a16:creationId xmlns:a16="http://schemas.microsoft.com/office/drawing/2014/main" id="{CF46CFF1-A221-04A9-FA65-6E180B529733}"/>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Shipping Required</a:t>
              </a:r>
            </a:p>
          </p:txBody>
        </p:sp>
        <p:grpSp>
          <p:nvGrpSpPr>
            <p:cNvPr id="61" name="Group 60">
              <a:extLst>
                <a:ext uri="{FF2B5EF4-FFF2-40B4-BE49-F238E27FC236}">
                  <a16:creationId xmlns:a16="http://schemas.microsoft.com/office/drawing/2014/main" id="{9F176B6F-A688-B1E0-2FB1-A39030E81BC9}"/>
                </a:ext>
              </a:extLst>
            </p:cNvPr>
            <p:cNvGrpSpPr/>
            <p:nvPr/>
          </p:nvGrpSpPr>
          <p:grpSpPr>
            <a:xfrm>
              <a:off x="221742" y="1371600"/>
              <a:ext cx="2043684" cy="212598"/>
              <a:chOff x="221742" y="1371600"/>
              <a:chExt cx="2043684" cy="212598"/>
            </a:xfrm>
          </p:grpSpPr>
          <p:sp>
            <p:nvSpPr>
              <p:cNvPr id="62" name="Rectangle: Rounded Corners 61">
                <a:extLst>
                  <a:ext uri="{FF2B5EF4-FFF2-40B4-BE49-F238E27FC236}">
                    <a16:creationId xmlns:a16="http://schemas.microsoft.com/office/drawing/2014/main" id="{E0282F9F-6172-F90D-FBDF-A7A95195356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63" name="Isosceles Triangle 62">
                <a:extLst>
                  <a:ext uri="{FF2B5EF4-FFF2-40B4-BE49-F238E27FC236}">
                    <a16:creationId xmlns:a16="http://schemas.microsoft.com/office/drawing/2014/main" id="{AE0A7EF1-8342-3769-0D97-4295026FB4B1}"/>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D32240CC-7CD4-CF0D-54C6-E47B306205E8}"/>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29" name="Group 128">
            <a:extLst>
              <a:ext uri="{FF2B5EF4-FFF2-40B4-BE49-F238E27FC236}">
                <a16:creationId xmlns:a16="http://schemas.microsoft.com/office/drawing/2014/main" id="{2E0514B7-CBC0-E7FE-835B-AEA703CAEB55}"/>
              </a:ext>
            </a:extLst>
          </p:cNvPr>
          <p:cNvGrpSpPr/>
          <p:nvPr/>
        </p:nvGrpSpPr>
        <p:grpSpPr>
          <a:xfrm>
            <a:off x="5123618" y="1199957"/>
            <a:ext cx="2907864" cy="425196"/>
            <a:chOff x="127267" y="1159002"/>
            <a:chExt cx="2907864" cy="425196"/>
          </a:xfrm>
        </p:grpSpPr>
        <p:sp>
          <p:nvSpPr>
            <p:cNvPr id="130" name="Rectangle 129">
              <a:extLst>
                <a:ext uri="{FF2B5EF4-FFF2-40B4-BE49-F238E27FC236}">
                  <a16:creationId xmlns:a16="http://schemas.microsoft.com/office/drawing/2014/main" id="{3424C9B9-B02A-DA8B-F432-968063F37BD6}"/>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Who’s cost center will payment be applied to</a:t>
              </a:r>
            </a:p>
          </p:txBody>
        </p:sp>
        <p:grpSp>
          <p:nvGrpSpPr>
            <p:cNvPr id="131" name="Group 130">
              <a:extLst>
                <a:ext uri="{FF2B5EF4-FFF2-40B4-BE49-F238E27FC236}">
                  <a16:creationId xmlns:a16="http://schemas.microsoft.com/office/drawing/2014/main" id="{4FBACEA1-D62E-3D68-A4E4-B934A9AF6C5A}"/>
                </a:ext>
              </a:extLst>
            </p:cNvPr>
            <p:cNvGrpSpPr/>
            <p:nvPr/>
          </p:nvGrpSpPr>
          <p:grpSpPr>
            <a:xfrm>
              <a:off x="221742" y="1371600"/>
              <a:ext cx="2043684" cy="212598"/>
              <a:chOff x="221742" y="1371600"/>
              <a:chExt cx="2043684" cy="212598"/>
            </a:xfrm>
          </p:grpSpPr>
          <p:sp>
            <p:nvSpPr>
              <p:cNvPr id="132" name="Rectangle: Rounded Corners 131">
                <a:extLst>
                  <a:ext uri="{FF2B5EF4-FFF2-40B4-BE49-F238E27FC236}">
                    <a16:creationId xmlns:a16="http://schemas.microsoft.com/office/drawing/2014/main" id="{867D5CF9-F752-8F55-49A7-D076A452DE07}"/>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33" name="Isosceles Triangle 132">
                <a:extLst>
                  <a:ext uri="{FF2B5EF4-FFF2-40B4-BE49-F238E27FC236}">
                    <a16:creationId xmlns:a16="http://schemas.microsoft.com/office/drawing/2014/main" id="{5147C633-F01D-08E6-FE4A-E751F06CA3B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Connector 133">
                <a:extLst>
                  <a:ext uri="{FF2B5EF4-FFF2-40B4-BE49-F238E27FC236}">
                    <a16:creationId xmlns:a16="http://schemas.microsoft.com/office/drawing/2014/main" id="{9E5BFB83-CFE8-943F-FE87-F4D453284BAA}"/>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1712736495"/>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76A51-B882-FE92-8F93-A33442D48E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3BB8A7-1AE9-E00C-E792-77DFC1AF246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DE64543-7331-2B57-EEDF-1A81AEC7F4BE}"/>
              </a:ext>
            </a:extLst>
          </p:cNvPr>
          <p:cNvPicPr>
            <a:picLocks noChangeAspect="1"/>
          </p:cNvPicPr>
          <p:nvPr/>
        </p:nvPicPr>
        <p:blipFill>
          <a:blip r:embed="rId3"/>
          <a:stretch>
            <a:fillRect/>
          </a:stretch>
        </p:blipFill>
        <p:spPr>
          <a:xfrm>
            <a:off x="219414" y="242739"/>
            <a:ext cx="9656129" cy="5698820"/>
          </a:xfrm>
          <a:prstGeom prst="rect">
            <a:avLst/>
          </a:prstGeom>
        </p:spPr>
      </p:pic>
    </p:spTree>
    <p:extLst>
      <p:ext uri="{BB962C8B-B14F-4D97-AF65-F5344CB8AC3E}">
        <p14:creationId xmlns:p14="http://schemas.microsoft.com/office/powerpoint/2010/main" val="1143196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B297B-C36E-6EEA-A62A-1F59F1064E32}"/>
              </a:ext>
            </a:extLst>
          </p:cNvPr>
          <p:cNvSpPr>
            <a:spLocks noGrp="1"/>
          </p:cNvSpPr>
          <p:nvPr>
            <p:ph type="title"/>
          </p:nvPr>
        </p:nvSpPr>
        <p:spPr/>
        <p:txBody>
          <a:bodyPr/>
          <a:lstStyle/>
          <a:p>
            <a:r>
              <a:rPr lang="en-US"/>
              <a:t>Change</a:t>
            </a:r>
          </a:p>
        </p:txBody>
      </p:sp>
      <p:sp>
        <p:nvSpPr>
          <p:cNvPr id="3" name="Content Placeholder 2">
            <a:extLst>
              <a:ext uri="{FF2B5EF4-FFF2-40B4-BE49-F238E27FC236}">
                <a16:creationId xmlns:a16="http://schemas.microsoft.com/office/drawing/2014/main" id="{F8914151-9203-5609-BFF4-C0ACD8EBDBC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3578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A070A-DBF6-E4A3-F54F-B45A3D941213}"/>
            </a:ext>
          </a:extLst>
        </p:cNvPr>
        <p:cNvGrpSpPr/>
        <p:nvPr/>
      </p:nvGrpSpPr>
      <p:grpSpPr>
        <a:xfrm>
          <a:off x="0" y="0"/>
          <a:ext cx="0" cy="0"/>
          <a:chOff x="0" y="0"/>
          <a:chExt cx="0" cy="0"/>
        </a:xfrm>
      </p:grpSpPr>
      <p:grpSp>
        <p:nvGrpSpPr>
          <p:cNvPr id="43" name="Group 42">
            <a:extLst>
              <a:ext uri="{FF2B5EF4-FFF2-40B4-BE49-F238E27FC236}">
                <a16:creationId xmlns:a16="http://schemas.microsoft.com/office/drawing/2014/main" id="{BE07CEEB-F258-D429-C594-9BA5AAB3418B}"/>
              </a:ext>
            </a:extLst>
          </p:cNvPr>
          <p:cNvGrpSpPr/>
          <p:nvPr/>
        </p:nvGrpSpPr>
        <p:grpSpPr>
          <a:xfrm>
            <a:off x="217456" y="1001114"/>
            <a:ext cx="2043684" cy="425196"/>
            <a:chOff x="221742" y="1159002"/>
            <a:chExt cx="2043684" cy="425196"/>
          </a:xfrm>
        </p:grpSpPr>
        <p:sp>
          <p:nvSpPr>
            <p:cNvPr id="12" name="Rectangle 11">
              <a:extLst>
                <a:ext uri="{FF2B5EF4-FFF2-40B4-BE49-F238E27FC236}">
                  <a16:creationId xmlns:a16="http://schemas.microsoft.com/office/drawing/2014/main" id="{ADB949CF-DF33-4117-B126-90EE541D1FA9}"/>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chemeClr val="tx1"/>
                  </a:solidFill>
                </a:rPr>
                <a:t>Identity Type</a:t>
              </a:r>
            </a:p>
          </p:txBody>
        </p:sp>
        <p:grpSp>
          <p:nvGrpSpPr>
            <p:cNvPr id="42" name="Group 41">
              <a:extLst>
                <a:ext uri="{FF2B5EF4-FFF2-40B4-BE49-F238E27FC236}">
                  <a16:creationId xmlns:a16="http://schemas.microsoft.com/office/drawing/2014/main" id="{046FCE2A-1955-9C02-A134-454C5B442B4E}"/>
                </a:ext>
              </a:extLst>
            </p:cNvPr>
            <p:cNvGrpSpPr/>
            <p:nvPr/>
          </p:nvGrpSpPr>
          <p:grpSpPr>
            <a:xfrm>
              <a:off x="221742" y="1371600"/>
              <a:ext cx="2043684" cy="212598"/>
              <a:chOff x="221742" y="1371600"/>
              <a:chExt cx="2043684" cy="212598"/>
            </a:xfrm>
          </p:grpSpPr>
          <p:sp>
            <p:nvSpPr>
              <p:cNvPr id="35" name="Rectangle: Rounded Corners 34">
                <a:extLst>
                  <a:ext uri="{FF2B5EF4-FFF2-40B4-BE49-F238E27FC236}">
                    <a16:creationId xmlns:a16="http://schemas.microsoft.com/office/drawing/2014/main" id="{519279A1-E04C-81A5-4F52-2409EB6CCA5E}"/>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37" name="Isosceles Triangle 36">
                <a:extLst>
                  <a:ext uri="{FF2B5EF4-FFF2-40B4-BE49-F238E27FC236}">
                    <a16:creationId xmlns:a16="http://schemas.microsoft.com/office/drawing/2014/main" id="{096B16C2-20D2-C0D9-D501-2802008C5E82}"/>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66E443FE-759C-6E7D-B2F7-9BA6ADC73C52}"/>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50" name="Group 49">
            <a:extLst>
              <a:ext uri="{FF2B5EF4-FFF2-40B4-BE49-F238E27FC236}">
                <a16:creationId xmlns:a16="http://schemas.microsoft.com/office/drawing/2014/main" id="{6116F53E-7E0A-0357-6985-BEC6114130F3}"/>
              </a:ext>
            </a:extLst>
          </p:cNvPr>
          <p:cNvGrpSpPr/>
          <p:nvPr/>
        </p:nvGrpSpPr>
        <p:grpSpPr>
          <a:xfrm>
            <a:off x="214245" y="1544423"/>
            <a:ext cx="2043684" cy="425196"/>
            <a:chOff x="221742" y="1159002"/>
            <a:chExt cx="2043684" cy="425196"/>
          </a:xfrm>
        </p:grpSpPr>
        <p:sp>
          <p:nvSpPr>
            <p:cNvPr id="51" name="Rectangle 50">
              <a:extLst>
                <a:ext uri="{FF2B5EF4-FFF2-40B4-BE49-F238E27FC236}">
                  <a16:creationId xmlns:a16="http://schemas.microsoft.com/office/drawing/2014/main" id="{985D58F0-DF90-9A8C-763F-2DF9DE8D58C1}"/>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Vendor Organization</a:t>
              </a:r>
            </a:p>
          </p:txBody>
        </p:sp>
        <p:grpSp>
          <p:nvGrpSpPr>
            <p:cNvPr id="52" name="Group 51">
              <a:extLst>
                <a:ext uri="{FF2B5EF4-FFF2-40B4-BE49-F238E27FC236}">
                  <a16:creationId xmlns:a16="http://schemas.microsoft.com/office/drawing/2014/main" id="{01004737-E28C-5DAB-FC7C-CD2165F60248}"/>
                </a:ext>
              </a:extLst>
            </p:cNvPr>
            <p:cNvGrpSpPr/>
            <p:nvPr/>
          </p:nvGrpSpPr>
          <p:grpSpPr>
            <a:xfrm>
              <a:off x="221742" y="1371600"/>
              <a:ext cx="2043684" cy="212598"/>
              <a:chOff x="221742" y="1371600"/>
              <a:chExt cx="2043684" cy="212598"/>
            </a:xfrm>
          </p:grpSpPr>
          <p:sp>
            <p:nvSpPr>
              <p:cNvPr id="53" name="Rectangle: Rounded Corners 52">
                <a:extLst>
                  <a:ext uri="{FF2B5EF4-FFF2-40B4-BE49-F238E27FC236}">
                    <a16:creationId xmlns:a16="http://schemas.microsoft.com/office/drawing/2014/main" id="{999F4C95-81A1-7175-395D-C63C259F4F46}"/>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54" name="Isosceles Triangle 53">
                <a:extLst>
                  <a:ext uri="{FF2B5EF4-FFF2-40B4-BE49-F238E27FC236}">
                    <a16:creationId xmlns:a16="http://schemas.microsoft.com/office/drawing/2014/main" id="{2D624DB1-781F-FEEF-37A7-274160AC2EB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C958746-3749-8943-14A7-9B1ECD19CF28}"/>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56" name="Group 55">
            <a:extLst>
              <a:ext uri="{FF2B5EF4-FFF2-40B4-BE49-F238E27FC236}">
                <a16:creationId xmlns:a16="http://schemas.microsoft.com/office/drawing/2014/main" id="{A2A48EB1-6182-F0D6-B215-DB133754955B}"/>
              </a:ext>
            </a:extLst>
          </p:cNvPr>
          <p:cNvGrpSpPr/>
          <p:nvPr/>
        </p:nvGrpSpPr>
        <p:grpSpPr>
          <a:xfrm>
            <a:off x="211115" y="2150221"/>
            <a:ext cx="2043684" cy="425196"/>
            <a:chOff x="221742" y="1159002"/>
            <a:chExt cx="2043684" cy="425196"/>
          </a:xfrm>
        </p:grpSpPr>
        <p:sp>
          <p:nvSpPr>
            <p:cNvPr id="57" name="Rectangle 56">
              <a:extLst>
                <a:ext uri="{FF2B5EF4-FFF2-40B4-BE49-F238E27FC236}">
                  <a16:creationId xmlns:a16="http://schemas.microsoft.com/office/drawing/2014/main" id="{E73BFD32-643E-2610-C827-3BFF9E69D1A7}"/>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Salutation</a:t>
              </a:r>
            </a:p>
          </p:txBody>
        </p:sp>
        <p:grpSp>
          <p:nvGrpSpPr>
            <p:cNvPr id="58" name="Group 57">
              <a:extLst>
                <a:ext uri="{FF2B5EF4-FFF2-40B4-BE49-F238E27FC236}">
                  <a16:creationId xmlns:a16="http://schemas.microsoft.com/office/drawing/2014/main" id="{F256DFD3-2075-8A45-EAA2-92199CB03F52}"/>
                </a:ext>
              </a:extLst>
            </p:cNvPr>
            <p:cNvGrpSpPr/>
            <p:nvPr/>
          </p:nvGrpSpPr>
          <p:grpSpPr>
            <a:xfrm>
              <a:off x="221742" y="1371600"/>
              <a:ext cx="2043684" cy="212598"/>
              <a:chOff x="221742" y="1371600"/>
              <a:chExt cx="2043684" cy="212598"/>
            </a:xfrm>
          </p:grpSpPr>
          <p:sp>
            <p:nvSpPr>
              <p:cNvPr id="59" name="Rectangle: Rounded Corners 58">
                <a:extLst>
                  <a:ext uri="{FF2B5EF4-FFF2-40B4-BE49-F238E27FC236}">
                    <a16:creationId xmlns:a16="http://schemas.microsoft.com/office/drawing/2014/main" id="{B09FAE7C-295D-11F3-0757-FFD1A7699935}"/>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60" name="Isosceles Triangle 59">
                <a:extLst>
                  <a:ext uri="{FF2B5EF4-FFF2-40B4-BE49-F238E27FC236}">
                    <a16:creationId xmlns:a16="http://schemas.microsoft.com/office/drawing/2014/main" id="{940E4616-A32F-00B2-9127-A7361CE7DF20}"/>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972298E9-8A5B-07E1-17D9-C186D4894FB7}"/>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62" name="Group 61">
            <a:extLst>
              <a:ext uri="{FF2B5EF4-FFF2-40B4-BE49-F238E27FC236}">
                <a16:creationId xmlns:a16="http://schemas.microsoft.com/office/drawing/2014/main" id="{9FF83D0F-9455-5788-ECD9-133BA70C985B}"/>
              </a:ext>
            </a:extLst>
          </p:cNvPr>
          <p:cNvGrpSpPr/>
          <p:nvPr/>
        </p:nvGrpSpPr>
        <p:grpSpPr>
          <a:xfrm>
            <a:off x="138018" y="2658270"/>
            <a:ext cx="2559048" cy="425196"/>
            <a:chOff x="148645" y="1159002"/>
            <a:chExt cx="2116781" cy="425196"/>
          </a:xfrm>
        </p:grpSpPr>
        <p:sp>
          <p:nvSpPr>
            <p:cNvPr id="63" name="Rectangle 62">
              <a:extLst>
                <a:ext uri="{FF2B5EF4-FFF2-40B4-BE49-F238E27FC236}">
                  <a16:creationId xmlns:a16="http://schemas.microsoft.com/office/drawing/2014/main" id="{7B25974F-17D3-6AD1-76D2-90C038373F6D}"/>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Legal First Name</a:t>
              </a:r>
            </a:p>
          </p:txBody>
        </p:sp>
        <p:sp>
          <p:nvSpPr>
            <p:cNvPr id="65" name="Rectangle: Rounded Corners 64">
              <a:extLst>
                <a:ext uri="{FF2B5EF4-FFF2-40B4-BE49-F238E27FC236}">
                  <a16:creationId xmlns:a16="http://schemas.microsoft.com/office/drawing/2014/main" id="{043905D4-C3DC-7D9D-0041-21DB4E774F81}"/>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68" name="Group 67">
            <a:extLst>
              <a:ext uri="{FF2B5EF4-FFF2-40B4-BE49-F238E27FC236}">
                <a16:creationId xmlns:a16="http://schemas.microsoft.com/office/drawing/2014/main" id="{863F74E8-5848-B45C-ACC3-BA425949F01E}"/>
              </a:ext>
            </a:extLst>
          </p:cNvPr>
          <p:cNvGrpSpPr/>
          <p:nvPr/>
        </p:nvGrpSpPr>
        <p:grpSpPr>
          <a:xfrm>
            <a:off x="2697066" y="2658270"/>
            <a:ext cx="2559048" cy="425196"/>
            <a:chOff x="148645" y="1159002"/>
            <a:chExt cx="2116781" cy="425196"/>
          </a:xfrm>
        </p:grpSpPr>
        <p:sp>
          <p:nvSpPr>
            <p:cNvPr id="69" name="Rectangle 68">
              <a:extLst>
                <a:ext uri="{FF2B5EF4-FFF2-40B4-BE49-F238E27FC236}">
                  <a16:creationId xmlns:a16="http://schemas.microsoft.com/office/drawing/2014/main" id="{0707F15B-D797-C19C-E932-06D8D67F70E8}"/>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Preferred Name</a:t>
              </a:r>
            </a:p>
          </p:txBody>
        </p:sp>
        <p:sp>
          <p:nvSpPr>
            <p:cNvPr id="70" name="Rectangle: Rounded Corners 69">
              <a:extLst>
                <a:ext uri="{FF2B5EF4-FFF2-40B4-BE49-F238E27FC236}">
                  <a16:creationId xmlns:a16="http://schemas.microsoft.com/office/drawing/2014/main" id="{4C98DD19-5C06-D755-7036-7F028B51ED5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71" name="Group 70">
            <a:extLst>
              <a:ext uri="{FF2B5EF4-FFF2-40B4-BE49-F238E27FC236}">
                <a16:creationId xmlns:a16="http://schemas.microsoft.com/office/drawing/2014/main" id="{CD2005AB-66DF-E533-5276-2241AA16A823}"/>
              </a:ext>
            </a:extLst>
          </p:cNvPr>
          <p:cNvGrpSpPr/>
          <p:nvPr/>
        </p:nvGrpSpPr>
        <p:grpSpPr>
          <a:xfrm>
            <a:off x="138018" y="3120660"/>
            <a:ext cx="2559048" cy="425196"/>
            <a:chOff x="148645" y="1159002"/>
            <a:chExt cx="2116781" cy="425196"/>
          </a:xfrm>
        </p:grpSpPr>
        <p:sp>
          <p:nvSpPr>
            <p:cNvPr id="72" name="Rectangle 71">
              <a:extLst>
                <a:ext uri="{FF2B5EF4-FFF2-40B4-BE49-F238E27FC236}">
                  <a16:creationId xmlns:a16="http://schemas.microsoft.com/office/drawing/2014/main" id="{E8716CFC-A047-D900-E52B-F36893A6F44D}"/>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Legal Middle Name (Optional)</a:t>
              </a:r>
            </a:p>
          </p:txBody>
        </p:sp>
        <p:sp>
          <p:nvSpPr>
            <p:cNvPr id="73" name="Rectangle: Rounded Corners 72">
              <a:extLst>
                <a:ext uri="{FF2B5EF4-FFF2-40B4-BE49-F238E27FC236}">
                  <a16:creationId xmlns:a16="http://schemas.microsoft.com/office/drawing/2014/main" id="{4150E630-292B-6868-CC57-9DCCA62852E5}"/>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77" name="Group 76">
            <a:extLst>
              <a:ext uri="{FF2B5EF4-FFF2-40B4-BE49-F238E27FC236}">
                <a16:creationId xmlns:a16="http://schemas.microsoft.com/office/drawing/2014/main" id="{63D4986D-3C2A-CA66-9B9B-17282BABEC73}"/>
              </a:ext>
            </a:extLst>
          </p:cNvPr>
          <p:cNvGrpSpPr/>
          <p:nvPr/>
        </p:nvGrpSpPr>
        <p:grpSpPr>
          <a:xfrm>
            <a:off x="138018" y="3570637"/>
            <a:ext cx="2559048" cy="425196"/>
            <a:chOff x="148645" y="1159002"/>
            <a:chExt cx="2116781" cy="425196"/>
          </a:xfrm>
        </p:grpSpPr>
        <p:sp>
          <p:nvSpPr>
            <p:cNvPr id="78" name="Rectangle 77">
              <a:extLst>
                <a:ext uri="{FF2B5EF4-FFF2-40B4-BE49-F238E27FC236}">
                  <a16:creationId xmlns:a16="http://schemas.microsoft.com/office/drawing/2014/main" id="{45A10681-0CA8-CBB4-2B30-47803C504B3C}"/>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Legal Last Name</a:t>
              </a:r>
            </a:p>
          </p:txBody>
        </p:sp>
        <p:sp>
          <p:nvSpPr>
            <p:cNvPr id="79" name="Rectangle: Rounded Corners 78">
              <a:extLst>
                <a:ext uri="{FF2B5EF4-FFF2-40B4-BE49-F238E27FC236}">
                  <a16:creationId xmlns:a16="http://schemas.microsoft.com/office/drawing/2014/main" id="{9A80CF65-1E4D-4A89-41D7-7B6493A4ED78}"/>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80" name="Group 79">
            <a:extLst>
              <a:ext uri="{FF2B5EF4-FFF2-40B4-BE49-F238E27FC236}">
                <a16:creationId xmlns:a16="http://schemas.microsoft.com/office/drawing/2014/main" id="{F0E23BBC-6398-BB1F-06ED-DA48F271F034}"/>
              </a:ext>
            </a:extLst>
          </p:cNvPr>
          <p:cNvGrpSpPr/>
          <p:nvPr/>
        </p:nvGrpSpPr>
        <p:grpSpPr>
          <a:xfrm>
            <a:off x="2785435" y="3562827"/>
            <a:ext cx="2043684" cy="425196"/>
            <a:chOff x="221742" y="1159002"/>
            <a:chExt cx="2043684" cy="425196"/>
          </a:xfrm>
        </p:grpSpPr>
        <p:sp>
          <p:nvSpPr>
            <p:cNvPr id="81" name="Rectangle 80">
              <a:extLst>
                <a:ext uri="{FF2B5EF4-FFF2-40B4-BE49-F238E27FC236}">
                  <a16:creationId xmlns:a16="http://schemas.microsoft.com/office/drawing/2014/main" id="{99EC54BE-0398-A258-D28C-FFD066A74722}"/>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Suffix</a:t>
              </a:r>
            </a:p>
          </p:txBody>
        </p:sp>
        <p:grpSp>
          <p:nvGrpSpPr>
            <p:cNvPr id="82" name="Group 81">
              <a:extLst>
                <a:ext uri="{FF2B5EF4-FFF2-40B4-BE49-F238E27FC236}">
                  <a16:creationId xmlns:a16="http://schemas.microsoft.com/office/drawing/2014/main" id="{CF79A6E9-B7F0-1DD7-7536-D2E9D1CBF4F5}"/>
                </a:ext>
              </a:extLst>
            </p:cNvPr>
            <p:cNvGrpSpPr/>
            <p:nvPr/>
          </p:nvGrpSpPr>
          <p:grpSpPr>
            <a:xfrm>
              <a:off x="221742" y="1371600"/>
              <a:ext cx="2043684" cy="212598"/>
              <a:chOff x="221742" y="1371600"/>
              <a:chExt cx="2043684" cy="212598"/>
            </a:xfrm>
          </p:grpSpPr>
          <p:sp>
            <p:nvSpPr>
              <p:cNvPr id="83" name="Rectangle: Rounded Corners 82">
                <a:extLst>
                  <a:ext uri="{FF2B5EF4-FFF2-40B4-BE49-F238E27FC236}">
                    <a16:creationId xmlns:a16="http://schemas.microsoft.com/office/drawing/2014/main" id="{B1A047BC-5780-5191-0FFC-29CA063EE924}"/>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84" name="Isosceles Triangle 83">
                <a:extLst>
                  <a:ext uri="{FF2B5EF4-FFF2-40B4-BE49-F238E27FC236}">
                    <a16:creationId xmlns:a16="http://schemas.microsoft.com/office/drawing/2014/main" id="{EE273F21-2ABD-BA12-4A37-870D9BF6129F}"/>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924E098B-8C87-C7B1-DFC2-0F67048A0C44}"/>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86" name="Group 85">
            <a:extLst>
              <a:ext uri="{FF2B5EF4-FFF2-40B4-BE49-F238E27FC236}">
                <a16:creationId xmlns:a16="http://schemas.microsoft.com/office/drawing/2014/main" id="{F487B2F3-3291-66B8-9119-30A9134496FD}"/>
              </a:ext>
            </a:extLst>
          </p:cNvPr>
          <p:cNvGrpSpPr/>
          <p:nvPr/>
        </p:nvGrpSpPr>
        <p:grpSpPr>
          <a:xfrm>
            <a:off x="138018" y="4476410"/>
            <a:ext cx="2559048" cy="425196"/>
            <a:chOff x="148645" y="1159002"/>
            <a:chExt cx="2116781" cy="425196"/>
          </a:xfrm>
        </p:grpSpPr>
        <p:sp>
          <p:nvSpPr>
            <p:cNvPr id="87" name="Rectangle 86">
              <a:extLst>
                <a:ext uri="{FF2B5EF4-FFF2-40B4-BE49-F238E27FC236}">
                  <a16:creationId xmlns:a16="http://schemas.microsoft.com/office/drawing/2014/main" id="{BDB39A7F-8EC0-7467-BC61-0932950FA317}"/>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Personal Email (Non-Novant Domain)</a:t>
              </a:r>
            </a:p>
          </p:txBody>
        </p:sp>
        <p:sp>
          <p:nvSpPr>
            <p:cNvPr id="88" name="Rectangle: Rounded Corners 87">
              <a:extLst>
                <a:ext uri="{FF2B5EF4-FFF2-40B4-BE49-F238E27FC236}">
                  <a16:creationId xmlns:a16="http://schemas.microsoft.com/office/drawing/2014/main" id="{DC6219F5-54DC-31F3-2664-C6F2D1AE0402}"/>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89" name="Group 88">
            <a:extLst>
              <a:ext uri="{FF2B5EF4-FFF2-40B4-BE49-F238E27FC236}">
                <a16:creationId xmlns:a16="http://schemas.microsoft.com/office/drawing/2014/main" id="{714BCAFD-BF33-549C-171A-27DAB78A1C0B}"/>
              </a:ext>
            </a:extLst>
          </p:cNvPr>
          <p:cNvGrpSpPr/>
          <p:nvPr/>
        </p:nvGrpSpPr>
        <p:grpSpPr>
          <a:xfrm>
            <a:off x="2697066" y="4476410"/>
            <a:ext cx="2559048" cy="432453"/>
            <a:chOff x="148645" y="1159002"/>
            <a:chExt cx="2116781" cy="432453"/>
          </a:xfrm>
        </p:grpSpPr>
        <p:sp>
          <p:nvSpPr>
            <p:cNvPr id="90" name="Rectangle 89">
              <a:extLst>
                <a:ext uri="{FF2B5EF4-FFF2-40B4-BE49-F238E27FC236}">
                  <a16:creationId xmlns:a16="http://schemas.microsoft.com/office/drawing/2014/main" id="{751509C7-9E92-10E4-E712-55751E3D9D1C}"/>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Mobile Phone (Used for MFA Registration)</a:t>
              </a:r>
            </a:p>
          </p:txBody>
        </p:sp>
        <p:sp>
          <p:nvSpPr>
            <p:cNvPr id="91" name="Rectangle: Rounded Corners 90">
              <a:extLst>
                <a:ext uri="{FF2B5EF4-FFF2-40B4-BE49-F238E27FC236}">
                  <a16:creationId xmlns:a16="http://schemas.microsoft.com/office/drawing/2014/main" id="{2837C291-8CE4-2111-AB79-E2B0631159A8}"/>
                </a:ext>
              </a:extLst>
            </p:cNvPr>
            <p:cNvSpPr/>
            <p:nvPr/>
          </p:nvSpPr>
          <p:spPr>
            <a:xfrm>
              <a:off x="257759" y="1378857"/>
              <a:ext cx="2007667"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98" name="Group 97">
            <a:extLst>
              <a:ext uri="{FF2B5EF4-FFF2-40B4-BE49-F238E27FC236}">
                <a16:creationId xmlns:a16="http://schemas.microsoft.com/office/drawing/2014/main" id="{F7504686-5247-D903-D647-DA70FBC7FAA7}"/>
              </a:ext>
            </a:extLst>
          </p:cNvPr>
          <p:cNvGrpSpPr/>
          <p:nvPr/>
        </p:nvGrpSpPr>
        <p:grpSpPr>
          <a:xfrm>
            <a:off x="138018" y="4952328"/>
            <a:ext cx="2116781" cy="425196"/>
            <a:chOff x="148645" y="1159002"/>
            <a:chExt cx="2116781" cy="425196"/>
          </a:xfrm>
        </p:grpSpPr>
        <p:sp>
          <p:nvSpPr>
            <p:cNvPr id="99" name="Rectangle 98">
              <a:extLst>
                <a:ext uri="{FF2B5EF4-FFF2-40B4-BE49-F238E27FC236}">
                  <a16:creationId xmlns:a16="http://schemas.microsoft.com/office/drawing/2014/main" id="{85AA9C6D-8C38-1430-01E6-C8DCD611D382}"/>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Birth Month:</a:t>
              </a:r>
            </a:p>
          </p:txBody>
        </p:sp>
        <p:grpSp>
          <p:nvGrpSpPr>
            <p:cNvPr id="100" name="Group 99">
              <a:extLst>
                <a:ext uri="{FF2B5EF4-FFF2-40B4-BE49-F238E27FC236}">
                  <a16:creationId xmlns:a16="http://schemas.microsoft.com/office/drawing/2014/main" id="{16331131-6894-A41E-0C93-68CD67498D76}"/>
                </a:ext>
              </a:extLst>
            </p:cNvPr>
            <p:cNvGrpSpPr/>
            <p:nvPr/>
          </p:nvGrpSpPr>
          <p:grpSpPr>
            <a:xfrm>
              <a:off x="221742" y="1371600"/>
              <a:ext cx="2043684" cy="212598"/>
              <a:chOff x="221742" y="1371600"/>
              <a:chExt cx="2043684" cy="212598"/>
            </a:xfrm>
          </p:grpSpPr>
          <p:sp>
            <p:nvSpPr>
              <p:cNvPr id="101" name="Rectangle: Rounded Corners 100">
                <a:extLst>
                  <a:ext uri="{FF2B5EF4-FFF2-40B4-BE49-F238E27FC236}">
                    <a16:creationId xmlns:a16="http://schemas.microsoft.com/office/drawing/2014/main" id="{E3327BAB-38C7-01EA-86AF-D5B03087D5C0}"/>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02" name="Isosceles Triangle 101">
                <a:extLst>
                  <a:ext uri="{FF2B5EF4-FFF2-40B4-BE49-F238E27FC236}">
                    <a16:creationId xmlns:a16="http://schemas.microsoft.com/office/drawing/2014/main" id="{75FD17A2-4EFF-F692-6183-1BC9C7023C3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Straight Connector 102">
                <a:extLst>
                  <a:ext uri="{FF2B5EF4-FFF2-40B4-BE49-F238E27FC236}">
                    <a16:creationId xmlns:a16="http://schemas.microsoft.com/office/drawing/2014/main" id="{14DB7329-B1C0-5C53-D3BB-8BB115C91C52}"/>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05" name="Group 104">
            <a:extLst>
              <a:ext uri="{FF2B5EF4-FFF2-40B4-BE49-F238E27FC236}">
                <a16:creationId xmlns:a16="http://schemas.microsoft.com/office/drawing/2014/main" id="{CCA64161-C018-8ADC-D827-D01CC33D0785}"/>
              </a:ext>
            </a:extLst>
          </p:cNvPr>
          <p:cNvGrpSpPr/>
          <p:nvPr/>
        </p:nvGrpSpPr>
        <p:grpSpPr>
          <a:xfrm>
            <a:off x="2697066" y="4952328"/>
            <a:ext cx="2132053" cy="425196"/>
            <a:chOff x="133373" y="1159002"/>
            <a:chExt cx="2132053" cy="425196"/>
          </a:xfrm>
        </p:grpSpPr>
        <p:sp>
          <p:nvSpPr>
            <p:cNvPr id="106" name="Rectangle 105">
              <a:extLst>
                <a:ext uri="{FF2B5EF4-FFF2-40B4-BE49-F238E27FC236}">
                  <a16:creationId xmlns:a16="http://schemas.microsoft.com/office/drawing/2014/main" id="{5157567C-99A2-13BC-6610-840AAD50F36B}"/>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Birth Year:</a:t>
              </a:r>
            </a:p>
          </p:txBody>
        </p:sp>
        <p:grpSp>
          <p:nvGrpSpPr>
            <p:cNvPr id="107" name="Group 106">
              <a:extLst>
                <a:ext uri="{FF2B5EF4-FFF2-40B4-BE49-F238E27FC236}">
                  <a16:creationId xmlns:a16="http://schemas.microsoft.com/office/drawing/2014/main" id="{27DEC6F0-5D41-06DF-242D-ABC75CDD7920}"/>
                </a:ext>
              </a:extLst>
            </p:cNvPr>
            <p:cNvGrpSpPr/>
            <p:nvPr/>
          </p:nvGrpSpPr>
          <p:grpSpPr>
            <a:xfrm>
              <a:off x="221742" y="1371600"/>
              <a:ext cx="2043684" cy="212598"/>
              <a:chOff x="221742" y="1371600"/>
              <a:chExt cx="2043684" cy="212598"/>
            </a:xfrm>
          </p:grpSpPr>
          <p:sp>
            <p:nvSpPr>
              <p:cNvPr id="108" name="Rectangle: Rounded Corners 107">
                <a:extLst>
                  <a:ext uri="{FF2B5EF4-FFF2-40B4-BE49-F238E27FC236}">
                    <a16:creationId xmlns:a16="http://schemas.microsoft.com/office/drawing/2014/main" id="{B83C6E13-1CA2-7C8A-7F7C-53920D93203A}"/>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09" name="Isosceles Triangle 108">
                <a:extLst>
                  <a:ext uri="{FF2B5EF4-FFF2-40B4-BE49-F238E27FC236}">
                    <a16:creationId xmlns:a16="http://schemas.microsoft.com/office/drawing/2014/main" id="{6D98C2F5-050C-790A-63A3-640C1612DA81}"/>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E19D01FE-4722-DF8C-A94B-8766E14061D1}"/>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11" name="Group 110">
            <a:extLst>
              <a:ext uri="{FF2B5EF4-FFF2-40B4-BE49-F238E27FC236}">
                <a16:creationId xmlns:a16="http://schemas.microsoft.com/office/drawing/2014/main" id="{AD5C649E-9D3F-53A4-DB98-82DE4C4FEFFC}"/>
              </a:ext>
            </a:extLst>
          </p:cNvPr>
          <p:cNvGrpSpPr/>
          <p:nvPr/>
        </p:nvGrpSpPr>
        <p:grpSpPr>
          <a:xfrm>
            <a:off x="144124" y="5460377"/>
            <a:ext cx="2132053" cy="425196"/>
            <a:chOff x="133373" y="1159002"/>
            <a:chExt cx="2132053" cy="425196"/>
          </a:xfrm>
        </p:grpSpPr>
        <p:sp>
          <p:nvSpPr>
            <p:cNvPr id="112" name="Rectangle 111">
              <a:extLst>
                <a:ext uri="{FF2B5EF4-FFF2-40B4-BE49-F238E27FC236}">
                  <a16:creationId xmlns:a16="http://schemas.microsoft.com/office/drawing/2014/main" id="{220D82FE-50A9-F930-CAA4-CA1A5AE47583}"/>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Last 4 SSN:</a:t>
              </a:r>
            </a:p>
          </p:txBody>
        </p:sp>
        <p:grpSp>
          <p:nvGrpSpPr>
            <p:cNvPr id="113" name="Group 112">
              <a:extLst>
                <a:ext uri="{FF2B5EF4-FFF2-40B4-BE49-F238E27FC236}">
                  <a16:creationId xmlns:a16="http://schemas.microsoft.com/office/drawing/2014/main" id="{81070E75-97FC-0D46-0F4A-8D5032A30CA4}"/>
                </a:ext>
              </a:extLst>
            </p:cNvPr>
            <p:cNvGrpSpPr/>
            <p:nvPr/>
          </p:nvGrpSpPr>
          <p:grpSpPr>
            <a:xfrm>
              <a:off x="221742" y="1371600"/>
              <a:ext cx="2043684" cy="212598"/>
              <a:chOff x="221742" y="1371600"/>
              <a:chExt cx="2043684" cy="212598"/>
            </a:xfrm>
          </p:grpSpPr>
          <p:sp>
            <p:nvSpPr>
              <p:cNvPr id="114" name="Rectangle: Rounded Corners 113">
                <a:extLst>
                  <a:ext uri="{FF2B5EF4-FFF2-40B4-BE49-F238E27FC236}">
                    <a16:creationId xmlns:a16="http://schemas.microsoft.com/office/drawing/2014/main" id="{66F46418-44D4-09F8-4AB1-DDF9CCD9A723}"/>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15" name="Isosceles Triangle 114">
                <a:extLst>
                  <a:ext uri="{FF2B5EF4-FFF2-40B4-BE49-F238E27FC236}">
                    <a16:creationId xmlns:a16="http://schemas.microsoft.com/office/drawing/2014/main" id="{A7CCF566-67A5-17BC-1EBE-4AB21C7A3D3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Connector 115">
                <a:extLst>
                  <a:ext uri="{FF2B5EF4-FFF2-40B4-BE49-F238E27FC236}">
                    <a16:creationId xmlns:a16="http://schemas.microsoft.com/office/drawing/2014/main" id="{D11633F2-0045-5B19-EBC5-77A22C4B79C3}"/>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17" name="Group 116">
            <a:extLst>
              <a:ext uri="{FF2B5EF4-FFF2-40B4-BE49-F238E27FC236}">
                <a16:creationId xmlns:a16="http://schemas.microsoft.com/office/drawing/2014/main" id="{4C7509C1-EA84-0AF4-9299-DCD23382C992}"/>
              </a:ext>
            </a:extLst>
          </p:cNvPr>
          <p:cNvGrpSpPr/>
          <p:nvPr/>
        </p:nvGrpSpPr>
        <p:grpSpPr>
          <a:xfrm>
            <a:off x="144124" y="5993295"/>
            <a:ext cx="2132053" cy="425196"/>
            <a:chOff x="133373" y="1159002"/>
            <a:chExt cx="2132053" cy="425196"/>
          </a:xfrm>
        </p:grpSpPr>
        <p:sp>
          <p:nvSpPr>
            <p:cNvPr id="118" name="Rectangle 117">
              <a:extLst>
                <a:ext uri="{FF2B5EF4-FFF2-40B4-BE49-F238E27FC236}">
                  <a16:creationId xmlns:a16="http://schemas.microsoft.com/office/drawing/2014/main" id="{27BC4F4B-3744-478B-BD57-403D4F5D3981}"/>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Time Zone:</a:t>
              </a:r>
            </a:p>
          </p:txBody>
        </p:sp>
        <p:grpSp>
          <p:nvGrpSpPr>
            <p:cNvPr id="119" name="Group 118">
              <a:extLst>
                <a:ext uri="{FF2B5EF4-FFF2-40B4-BE49-F238E27FC236}">
                  <a16:creationId xmlns:a16="http://schemas.microsoft.com/office/drawing/2014/main" id="{B14B4482-8C2B-D190-2D7D-8951D2171BE5}"/>
                </a:ext>
              </a:extLst>
            </p:cNvPr>
            <p:cNvGrpSpPr/>
            <p:nvPr/>
          </p:nvGrpSpPr>
          <p:grpSpPr>
            <a:xfrm>
              <a:off x="221742" y="1371600"/>
              <a:ext cx="2043684" cy="212598"/>
              <a:chOff x="221742" y="1371600"/>
              <a:chExt cx="2043684" cy="212598"/>
            </a:xfrm>
          </p:grpSpPr>
          <p:sp>
            <p:nvSpPr>
              <p:cNvPr id="120" name="Rectangle: Rounded Corners 119">
                <a:extLst>
                  <a:ext uri="{FF2B5EF4-FFF2-40B4-BE49-F238E27FC236}">
                    <a16:creationId xmlns:a16="http://schemas.microsoft.com/office/drawing/2014/main" id="{A865F12A-A89C-0037-B2A2-65FB59AB36E0}"/>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21" name="Isosceles Triangle 120">
                <a:extLst>
                  <a:ext uri="{FF2B5EF4-FFF2-40B4-BE49-F238E27FC236}">
                    <a16:creationId xmlns:a16="http://schemas.microsoft.com/office/drawing/2014/main" id="{C08F5C61-570B-5BF3-EE9C-F658B9BF712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a:extLst>
                  <a:ext uri="{FF2B5EF4-FFF2-40B4-BE49-F238E27FC236}">
                    <a16:creationId xmlns:a16="http://schemas.microsoft.com/office/drawing/2014/main" id="{3C9D1F1D-B5A8-32D2-4EC7-703D13A3C3E0}"/>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23" name="Group 122">
            <a:extLst>
              <a:ext uri="{FF2B5EF4-FFF2-40B4-BE49-F238E27FC236}">
                <a16:creationId xmlns:a16="http://schemas.microsoft.com/office/drawing/2014/main" id="{C7911C3C-2FAC-BC8B-BE61-1A702E26ECBA}"/>
              </a:ext>
            </a:extLst>
          </p:cNvPr>
          <p:cNvGrpSpPr/>
          <p:nvPr/>
        </p:nvGrpSpPr>
        <p:grpSpPr>
          <a:xfrm>
            <a:off x="215401" y="-565"/>
            <a:ext cx="2043684" cy="425196"/>
            <a:chOff x="221742" y="1159002"/>
            <a:chExt cx="2043684" cy="425196"/>
          </a:xfrm>
        </p:grpSpPr>
        <p:sp>
          <p:nvSpPr>
            <p:cNvPr id="124" name="Rectangle 123">
              <a:extLst>
                <a:ext uri="{FF2B5EF4-FFF2-40B4-BE49-F238E27FC236}">
                  <a16:creationId xmlns:a16="http://schemas.microsoft.com/office/drawing/2014/main" id="{FDDC32E6-C6AC-EF77-C6E5-730BACC8655E}"/>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Requested For</a:t>
              </a:r>
            </a:p>
          </p:txBody>
        </p:sp>
        <p:grpSp>
          <p:nvGrpSpPr>
            <p:cNvPr id="125" name="Group 124">
              <a:extLst>
                <a:ext uri="{FF2B5EF4-FFF2-40B4-BE49-F238E27FC236}">
                  <a16:creationId xmlns:a16="http://schemas.microsoft.com/office/drawing/2014/main" id="{327E2720-36EF-0997-1D08-6DB8142F39CC}"/>
                </a:ext>
              </a:extLst>
            </p:cNvPr>
            <p:cNvGrpSpPr/>
            <p:nvPr/>
          </p:nvGrpSpPr>
          <p:grpSpPr>
            <a:xfrm>
              <a:off x="221742" y="1371600"/>
              <a:ext cx="2043684" cy="212598"/>
              <a:chOff x="221742" y="1371600"/>
              <a:chExt cx="2043684" cy="212598"/>
            </a:xfrm>
          </p:grpSpPr>
          <p:sp>
            <p:nvSpPr>
              <p:cNvPr id="126" name="Rectangle: Rounded Corners 125">
                <a:extLst>
                  <a:ext uri="{FF2B5EF4-FFF2-40B4-BE49-F238E27FC236}">
                    <a16:creationId xmlns:a16="http://schemas.microsoft.com/office/drawing/2014/main" id="{76D7BC04-D77E-7644-E64A-2BDD314E26F5}"/>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27" name="Isosceles Triangle 126">
                <a:extLst>
                  <a:ext uri="{FF2B5EF4-FFF2-40B4-BE49-F238E27FC236}">
                    <a16:creationId xmlns:a16="http://schemas.microsoft.com/office/drawing/2014/main" id="{C91D0C47-504F-F340-D4B7-8B4ADA678941}"/>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3B1C2356-6C39-6479-4FF1-15FF785D2896}"/>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29" name="Group 128">
            <a:extLst>
              <a:ext uri="{FF2B5EF4-FFF2-40B4-BE49-F238E27FC236}">
                <a16:creationId xmlns:a16="http://schemas.microsoft.com/office/drawing/2014/main" id="{1CD701CA-14EE-E455-B917-57E68A55AA5C}"/>
              </a:ext>
            </a:extLst>
          </p:cNvPr>
          <p:cNvGrpSpPr/>
          <p:nvPr/>
        </p:nvGrpSpPr>
        <p:grpSpPr>
          <a:xfrm>
            <a:off x="2826125" y="-565"/>
            <a:ext cx="2043684" cy="425196"/>
            <a:chOff x="221742" y="1159002"/>
            <a:chExt cx="2043684" cy="425196"/>
          </a:xfrm>
        </p:grpSpPr>
        <p:sp>
          <p:nvSpPr>
            <p:cNvPr id="130" name="Rectangle 129">
              <a:extLst>
                <a:ext uri="{FF2B5EF4-FFF2-40B4-BE49-F238E27FC236}">
                  <a16:creationId xmlns:a16="http://schemas.microsoft.com/office/drawing/2014/main" id="{B802F385-7578-91A9-478D-54F3761B29D8}"/>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Requested Phone</a:t>
              </a:r>
            </a:p>
          </p:txBody>
        </p:sp>
        <p:sp>
          <p:nvSpPr>
            <p:cNvPr id="132" name="Rectangle: Rounded Corners 131">
              <a:extLst>
                <a:ext uri="{FF2B5EF4-FFF2-40B4-BE49-F238E27FC236}">
                  <a16:creationId xmlns:a16="http://schemas.microsoft.com/office/drawing/2014/main" id="{5EAA8776-8B59-8079-5154-395B47BC368E}"/>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141" name="Group 140">
            <a:extLst>
              <a:ext uri="{FF2B5EF4-FFF2-40B4-BE49-F238E27FC236}">
                <a16:creationId xmlns:a16="http://schemas.microsoft.com/office/drawing/2014/main" id="{28DF816A-AAFC-787E-6A39-CB140C9B7299}"/>
              </a:ext>
            </a:extLst>
          </p:cNvPr>
          <p:cNvGrpSpPr/>
          <p:nvPr/>
        </p:nvGrpSpPr>
        <p:grpSpPr>
          <a:xfrm>
            <a:off x="2697066" y="5471876"/>
            <a:ext cx="2132053" cy="425196"/>
            <a:chOff x="133373" y="1159002"/>
            <a:chExt cx="2132053" cy="425196"/>
          </a:xfrm>
        </p:grpSpPr>
        <p:sp>
          <p:nvSpPr>
            <p:cNvPr id="142" name="Rectangle 141">
              <a:extLst>
                <a:ext uri="{FF2B5EF4-FFF2-40B4-BE49-F238E27FC236}">
                  <a16:creationId xmlns:a16="http://schemas.microsoft.com/office/drawing/2014/main" id="{917E48A0-5649-0B88-7A5A-29E990BCE809}"/>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rgbClr val="FF0000"/>
                  </a:solidFill>
                </a:rPr>
                <a:t>* </a:t>
              </a:r>
              <a:r>
                <a:rPr lang="en-US" sz="900">
                  <a:solidFill>
                    <a:schemeClr val="tx1"/>
                  </a:solidFill>
                </a:rPr>
                <a:t>NPI:</a:t>
              </a:r>
            </a:p>
          </p:txBody>
        </p:sp>
        <p:sp>
          <p:nvSpPr>
            <p:cNvPr id="144" name="Rectangle: Rounded Corners 143">
              <a:extLst>
                <a:ext uri="{FF2B5EF4-FFF2-40B4-BE49-F238E27FC236}">
                  <a16:creationId xmlns:a16="http://schemas.microsoft.com/office/drawing/2014/main" id="{309D5F13-1C68-4218-6292-DE27D7AFA334}"/>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cxnSp>
        <p:nvCxnSpPr>
          <p:cNvPr id="166" name="Straight Connector 165">
            <a:extLst>
              <a:ext uri="{FF2B5EF4-FFF2-40B4-BE49-F238E27FC236}">
                <a16:creationId xmlns:a16="http://schemas.microsoft.com/office/drawing/2014/main" id="{10B02210-ED90-97A9-372E-96440367B351}"/>
              </a:ext>
            </a:extLst>
          </p:cNvPr>
          <p:cNvCxnSpPr>
            <a:cxnSpLocks/>
          </p:cNvCxnSpPr>
          <p:nvPr/>
        </p:nvCxnSpPr>
        <p:spPr>
          <a:xfrm>
            <a:off x="192840" y="2071393"/>
            <a:ext cx="8749747"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0E86E6B6-D217-DCBB-256B-E82B9BC1C53B}"/>
              </a:ext>
            </a:extLst>
          </p:cNvPr>
          <p:cNvSpPr/>
          <p:nvPr/>
        </p:nvSpPr>
        <p:spPr>
          <a:xfrm>
            <a:off x="6850897" y="1427337"/>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1</a:t>
            </a:r>
          </a:p>
        </p:txBody>
      </p:sp>
      <p:sp>
        <p:nvSpPr>
          <p:cNvPr id="3" name="Rectangle 2">
            <a:extLst>
              <a:ext uri="{FF2B5EF4-FFF2-40B4-BE49-F238E27FC236}">
                <a16:creationId xmlns:a16="http://schemas.microsoft.com/office/drawing/2014/main" id="{6302C94C-747F-35D0-4806-A0B1090C07B6}"/>
              </a:ext>
            </a:extLst>
          </p:cNvPr>
          <p:cNvSpPr/>
          <p:nvPr/>
        </p:nvSpPr>
        <p:spPr>
          <a:xfrm>
            <a:off x="6850897" y="3676936"/>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2</a:t>
            </a:r>
          </a:p>
        </p:txBody>
      </p:sp>
      <p:sp>
        <p:nvSpPr>
          <p:cNvPr id="13" name="Rectangle: Rounded Corners 12">
            <a:extLst>
              <a:ext uri="{FF2B5EF4-FFF2-40B4-BE49-F238E27FC236}">
                <a16:creationId xmlns:a16="http://schemas.microsoft.com/office/drawing/2014/main" id="{D3F094DD-71E1-33DC-8688-A77B53359C28}"/>
              </a:ext>
            </a:extLst>
          </p:cNvPr>
          <p:cNvSpPr/>
          <p:nvPr/>
        </p:nvSpPr>
        <p:spPr>
          <a:xfrm>
            <a:off x="2820026" y="4693418"/>
            <a:ext cx="380622" cy="205341"/>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tx1"/>
                </a:solidFill>
              </a:rPr>
              <a:t>US</a:t>
            </a:r>
          </a:p>
        </p:txBody>
      </p:sp>
      <p:sp>
        <p:nvSpPr>
          <p:cNvPr id="15" name="Rectangle 14">
            <a:extLst>
              <a:ext uri="{FF2B5EF4-FFF2-40B4-BE49-F238E27FC236}">
                <a16:creationId xmlns:a16="http://schemas.microsoft.com/office/drawing/2014/main" id="{EF96C893-58D9-0DBA-3B38-056ABDD178C7}"/>
              </a:ext>
            </a:extLst>
          </p:cNvPr>
          <p:cNvSpPr/>
          <p:nvPr/>
        </p:nvSpPr>
        <p:spPr>
          <a:xfrm>
            <a:off x="5258837" y="4686867"/>
            <a:ext cx="2559048"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rgbClr val="FF0000"/>
                </a:solidFill>
              </a:rPr>
              <a:t>Service Now </a:t>
            </a:r>
            <a:r>
              <a:rPr lang="en-US" sz="900" err="1">
                <a:solidFill>
                  <a:srgbClr val="FF0000"/>
                </a:solidFill>
              </a:rPr>
              <a:t>FieldType</a:t>
            </a:r>
            <a:r>
              <a:rPr lang="en-US" sz="900">
                <a:solidFill>
                  <a:srgbClr val="FF0000"/>
                </a:solidFill>
              </a:rPr>
              <a:t> (</a:t>
            </a:r>
            <a:r>
              <a:rPr lang="en-US" sz="900">
                <a:solidFill>
                  <a:srgbClr val="333333"/>
                </a:solidFill>
                <a:highlight>
                  <a:srgbClr val="FFFFFF"/>
                </a:highlight>
                <a:latin typeface="Segoe UI"/>
                <a:cs typeface="Segoe UI"/>
              </a:rPr>
              <a:t>Phone Number (E.164))</a:t>
            </a:r>
            <a:endParaRPr lang="en-US"/>
          </a:p>
        </p:txBody>
      </p:sp>
      <p:grpSp>
        <p:nvGrpSpPr>
          <p:cNvPr id="22" name="Group 21">
            <a:extLst>
              <a:ext uri="{FF2B5EF4-FFF2-40B4-BE49-F238E27FC236}">
                <a16:creationId xmlns:a16="http://schemas.microsoft.com/office/drawing/2014/main" id="{0CA7C68F-338E-A616-2759-9F157ABFF229}"/>
              </a:ext>
            </a:extLst>
          </p:cNvPr>
          <p:cNvGrpSpPr/>
          <p:nvPr/>
        </p:nvGrpSpPr>
        <p:grpSpPr>
          <a:xfrm>
            <a:off x="2726212" y="1545398"/>
            <a:ext cx="2132053" cy="425196"/>
            <a:chOff x="133373" y="1159002"/>
            <a:chExt cx="2132053" cy="425196"/>
          </a:xfrm>
        </p:grpSpPr>
        <p:sp>
          <p:nvSpPr>
            <p:cNvPr id="23" name="Rectangle 22">
              <a:extLst>
                <a:ext uri="{FF2B5EF4-FFF2-40B4-BE49-F238E27FC236}">
                  <a16:creationId xmlns:a16="http://schemas.microsoft.com/office/drawing/2014/main" id="{CD553EF1-E742-F13C-7AF8-F91ACE5B0532}"/>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chemeClr val="tx1"/>
                  </a:solidFill>
                </a:rPr>
                <a:t>Green Security Status</a:t>
              </a:r>
            </a:p>
          </p:txBody>
        </p:sp>
        <p:grpSp>
          <p:nvGrpSpPr>
            <p:cNvPr id="24" name="Group 23">
              <a:extLst>
                <a:ext uri="{FF2B5EF4-FFF2-40B4-BE49-F238E27FC236}">
                  <a16:creationId xmlns:a16="http://schemas.microsoft.com/office/drawing/2014/main" id="{7E26F8D1-8100-C551-93C7-D796D7AE3561}"/>
                </a:ext>
              </a:extLst>
            </p:cNvPr>
            <p:cNvGrpSpPr/>
            <p:nvPr/>
          </p:nvGrpSpPr>
          <p:grpSpPr>
            <a:xfrm>
              <a:off x="221742" y="1371600"/>
              <a:ext cx="2043684" cy="212598"/>
              <a:chOff x="221742" y="1371600"/>
              <a:chExt cx="2043684" cy="212598"/>
            </a:xfrm>
          </p:grpSpPr>
          <p:sp>
            <p:nvSpPr>
              <p:cNvPr id="25" name="Rectangle: Rounded Corners 24">
                <a:extLst>
                  <a:ext uri="{FF2B5EF4-FFF2-40B4-BE49-F238E27FC236}">
                    <a16:creationId xmlns:a16="http://schemas.microsoft.com/office/drawing/2014/main" id="{E723D0F6-B35E-6BB5-4BD9-35982BD5ACE4}"/>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6" name="Isosceles Triangle 25">
                <a:extLst>
                  <a:ext uri="{FF2B5EF4-FFF2-40B4-BE49-F238E27FC236}">
                    <a16:creationId xmlns:a16="http://schemas.microsoft.com/office/drawing/2014/main" id="{6B37DCCF-7653-1106-96A5-DC6A198573A8}"/>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E816C0E9-A6B5-7DE3-5597-85307EAF6056}"/>
                  </a:ext>
                </a:extLst>
              </p:cNvPr>
              <p:cNvCxnSpPr>
                <a:cxnSpLocks/>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21" name="Straight Connector 20">
            <a:extLst>
              <a:ext uri="{FF2B5EF4-FFF2-40B4-BE49-F238E27FC236}">
                <a16:creationId xmlns:a16="http://schemas.microsoft.com/office/drawing/2014/main" id="{701CE31B-1814-1AE4-FB71-000E11142005}"/>
              </a:ext>
            </a:extLst>
          </p:cNvPr>
          <p:cNvCxnSpPr>
            <a:cxnSpLocks/>
          </p:cNvCxnSpPr>
          <p:nvPr/>
        </p:nvCxnSpPr>
        <p:spPr>
          <a:xfrm>
            <a:off x="122746" y="997184"/>
            <a:ext cx="8749747"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98F06E33-D196-5072-3BFA-7AECBAF208AB}"/>
              </a:ext>
            </a:extLst>
          </p:cNvPr>
          <p:cNvGrpSpPr/>
          <p:nvPr/>
        </p:nvGrpSpPr>
        <p:grpSpPr>
          <a:xfrm>
            <a:off x="202983" y="439509"/>
            <a:ext cx="2043684" cy="425196"/>
            <a:chOff x="221742" y="1159002"/>
            <a:chExt cx="2043684" cy="425196"/>
          </a:xfrm>
        </p:grpSpPr>
        <p:sp>
          <p:nvSpPr>
            <p:cNvPr id="29" name="Rectangle 28">
              <a:extLst>
                <a:ext uri="{FF2B5EF4-FFF2-40B4-BE49-F238E27FC236}">
                  <a16:creationId xmlns:a16="http://schemas.microsoft.com/office/drawing/2014/main" id="{D4F038CF-D25E-654C-03E1-549B0347CF26}"/>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Select User</a:t>
              </a:r>
            </a:p>
          </p:txBody>
        </p:sp>
        <p:grpSp>
          <p:nvGrpSpPr>
            <p:cNvPr id="30" name="Group 29">
              <a:extLst>
                <a:ext uri="{FF2B5EF4-FFF2-40B4-BE49-F238E27FC236}">
                  <a16:creationId xmlns:a16="http://schemas.microsoft.com/office/drawing/2014/main" id="{6A4B8E1C-57FD-168B-EA56-2F908885EEB0}"/>
                </a:ext>
              </a:extLst>
            </p:cNvPr>
            <p:cNvGrpSpPr/>
            <p:nvPr/>
          </p:nvGrpSpPr>
          <p:grpSpPr>
            <a:xfrm>
              <a:off x="221742" y="1371600"/>
              <a:ext cx="2043684" cy="212598"/>
              <a:chOff x="221742" y="1371600"/>
              <a:chExt cx="2043684" cy="212598"/>
            </a:xfrm>
          </p:grpSpPr>
          <p:sp>
            <p:nvSpPr>
              <p:cNvPr id="31" name="Rectangle: Rounded Corners 30">
                <a:extLst>
                  <a:ext uri="{FF2B5EF4-FFF2-40B4-BE49-F238E27FC236}">
                    <a16:creationId xmlns:a16="http://schemas.microsoft.com/office/drawing/2014/main" id="{19D19E90-F741-8648-1D47-1285ACE5F5CC}"/>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sp>
            <p:nvSpPr>
              <p:cNvPr id="32" name="Isosceles Triangle 31">
                <a:extLst>
                  <a:ext uri="{FF2B5EF4-FFF2-40B4-BE49-F238E27FC236}">
                    <a16:creationId xmlns:a16="http://schemas.microsoft.com/office/drawing/2014/main" id="{3CDD206C-ED7A-D513-75E9-B620216B577F}"/>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7203441B-47C7-D3D2-5E36-7315D96EFF4A}"/>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34" name="Group 33">
            <a:extLst>
              <a:ext uri="{FF2B5EF4-FFF2-40B4-BE49-F238E27FC236}">
                <a16:creationId xmlns:a16="http://schemas.microsoft.com/office/drawing/2014/main" id="{323696F7-EB68-2358-BA88-480C47A5BFCF}"/>
              </a:ext>
            </a:extLst>
          </p:cNvPr>
          <p:cNvGrpSpPr/>
          <p:nvPr/>
        </p:nvGrpSpPr>
        <p:grpSpPr>
          <a:xfrm>
            <a:off x="122746" y="4005823"/>
            <a:ext cx="2559048" cy="425196"/>
            <a:chOff x="148645" y="1159002"/>
            <a:chExt cx="2116781" cy="425196"/>
          </a:xfrm>
        </p:grpSpPr>
        <p:sp>
          <p:nvSpPr>
            <p:cNvPr id="36" name="Rectangle 35">
              <a:extLst>
                <a:ext uri="{FF2B5EF4-FFF2-40B4-BE49-F238E27FC236}">
                  <a16:creationId xmlns:a16="http://schemas.microsoft.com/office/drawing/2014/main" id="{5C42D479-33FA-1339-B825-FF13CB458F24}"/>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Work Email</a:t>
              </a:r>
            </a:p>
          </p:txBody>
        </p:sp>
        <p:sp>
          <p:nvSpPr>
            <p:cNvPr id="38" name="Rectangle: Rounded Corners 37">
              <a:extLst>
                <a:ext uri="{FF2B5EF4-FFF2-40B4-BE49-F238E27FC236}">
                  <a16:creationId xmlns:a16="http://schemas.microsoft.com/office/drawing/2014/main" id="{3CDE9B8D-421E-CA30-1763-E5A115AB6332}"/>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39" name="Group 38">
            <a:extLst>
              <a:ext uri="{FF2B5EF4-FFF2-40B4-BE49-F238E27FC236}">
                <a16:creationId xmlns:a16="http://schemas.microsoft.com/office/drawing/2014/main" id="{A3C18A07-27D7-3849-16FD-3FF6937645E1}"/>
              </a:ext>
            </a:extLst>
          </p:cNvPr>
          <p:cNvGrpSpPr/>
          <p:nvPr/>
        </p:nvGrpSpPr>
        <p:grpSpPr>
          <a:xfrm>
            <a:off x="2726211" y="1010259"/>
            <a:ext cx="2132053" cy="425196"/>
            <a:chOff x="133373" y="1159002"/>
            <a:chExt cx="2132053" cy="425196"/>
          </a:xfrm>
        </p:grpSpPr>
        <p:sp>
          <p:nvSpPr>
            <p:cNvPr id="40" name="Rectangle 39">
              <a:extLst>
                <a:ext uri="{FF2B5EF4-FFF2-40B4-BE49-F238E27FC236}">
                  <a16:creationId xmlns:a16="http://schemas.microsoft.com/office/drawing/2014/main" id="{0DAFBB9F-D1DF-B917-EBE2-2D10CEE1D024}"/>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Identity Status:</a:t>
              </a:r>
            </a:p>
          </p:txBody>
        </p:sp>
        <p:grpSp>
          <p:nvGrpSpPr>
            <p:cNvPr id="64" name="Group 63">
              <a:extLst>
                <a:ext uri="{FF2B5EF4-FFF2-40B4-BE49-F238E27FC236}">
                  <a16:creationId xmlns:a16="http://schemas.microsoft.com/office/drawing/2014/main" id="{C7B56FEE-5A71-4DBD-9B49-E46F0C2C5462}"/>
                </a:ext>
              </a:extLst>
            </p:cNvPr>
            <p:cNvGrpSpPr/>
            <p:nvPr/>
          </p:nvGrpSpPr>
          <p:grpSpPr>
            <a:xfrm>
              <a:off x="221742" y="1371600"/>
              <a:ext cx="2043684" cy="212598"/>
              <a:chOff x="221742" y="1371600"/>
              <a:chExt cx="2043684" cy="212598"/>
            </a:xfrm>
          </p:grpSpPr>
          <p:sp>
            <p:nvSpPr>
              <p:cNvPr id="66" name="Rectangle: Rounded Corners 65">
                <a:extLst>
                  <a:ext uri="{FF2B5EF4-FFF2-40B4-BE49-F238E27FC236}">
                    <a16:creationId xmlns:a16="http://schemas.microsoft.com/office/drawing/2014/main" id="{0EF810FA-7A88-0CD3-FFA2-A48740A04C52}"/>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67" name="Isosceles Triangle 66">
                <a:extLst>
                  <a:ext uri="{FF2B5EF4-FFF2-40B4-BE49-F238E27FC236}">
                    <a16:creationId xmlns:a16="http://schemas.microsoft.com/office/drawing/2014/main" id="{39CF7D33-A442-EA29-8EEC-5B233A56020D}"/>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CE00D0F4-CFB5-9099-7371-F1A5FE85F801}"/>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75" name="Rectangle 74">
            <a:extLst>
              <a:ext uri="{FF2B5EF4-FFF2-40B4-BE49-F238E27FC236}">
                <a16:creationId xmlns:a16="http://schemas.microsoft.com/office/drawing/2014/main" id="{25A15379-E9AD-D438-2C5A-45BE4F5EBFF7}"/>
              </a:ext>
            </a:extLst>
          </p:cNvPr>
          <p:cNvSpPr/>
          <p:nvPr/>
        </p:nvSpPr>
        <p:spPr>
          <a:xfrm>
            <a:off x="2310760" y="654232"/>
            <a:ext cx="29453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chemeClr val="accent6"/>
                </a:solidFill>
              </a:rPr>
              <a:t>Search Filter should only find direct reports</a:t>
            </a:r>
            <a:endParaRPr lang="en-US">
              <a:solidFill>
                <a:schemeClr val="accent6"/>
              </a:solidFill>
            </a:endParaRPr>
          </a:p>
        </p:txBody>
      </p:sp>
    </p:spTree>
    <p:extLst>
      <p:ext uri="{BB962C8B-B14F-4D97-AF65-F5344CB8AC3E}">
        <p14:creationId xmlns:p14="http://schemas.microsoft.com/office/powerpoint/2010/main" val="3882841328"/>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FF0B5BC5-B47F-3AC9-2426-F69305342014}"/>
              </a:ext>
            </a:extLst>
          </p:cNvPr>
          <p:cNvGrpSpPr/>
          <p:nvPr/>
        </p:nvGrpSpPr>
        <p:grpSpPr>
          <a:xfrm>
            <a:off x="2793599" y="442875"/>
            <a:ext cx="2043684" cy="425196"/>
            <a:chOff x="221742" y="1159002"/>
            <a:chExt cx="2043684" cy="425196"/>
          </a:xfrm>
        </p:grpSpPr>
        <p:sp>
          <p:nvSpPr>
            <p:cNvPr id="45" name="Rectangle 44">
              <a:extLst>
                <a:ext uri="{FF2B5EF4-FFF2-40B4-BE49-F238E27FC236}">
                  <a16:creationId xmlns:a16="http://schemas.microsoft.com/office/drawing/2014/main" id="{A3CE094A-C7CB-1856-8BC4-C85EA69F94EB}"/>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Job Code</a:t>
              </a:r>
            </a:p>
          </p:txBody>
        </p:sp>
        <p:grpSp>
          <p:nvGrpSpPr>
            <p:cNvPr id="46" name="Group 45">
              <a:extLst>
                <a:ext uri="{FF2B5EF4-FFF2-40B4-BE49-F238E27FC236}">
                  <a16:creationId xmlns:a16="http://schemas.microsoft.com/office/drawing/2014/main" id="{93DC69E7-B1E9-EE3F-0D22-EA662BFDDC21}"/>
                </a:ext>
              </a:extLst>
            </p:cNvPr>
            <p:cNvGrpSpPr/>
            <p:nvPr/>
          </p:nvGrpSpPr>
          <p:grpSpPr>
            <a:xfrm>
              <a:off x="221742" y="1371600"/>
              <a:ext cx="2043684" cy="212598"/>
              <a:chOff x="221742" y="1371600"/>
              <a:chExt cx="2043684" cy="212598"/>
            </a:xfrm>
          </p:grpSpPr>
          <p:sp>
            <p:nvSpPr>
              <p:cNvPr id="47" name="Rectangle: Rounded Corners 46">
                <a:extLst>
                  <a:ext uri="{FF2B5EF4-FFF2-40B4-BE49-F238E27FC236}">
                    <a16:creationId xmlns:a16="http://schemas.microsoft.com/office/drawing/2014/main" id="{4F7C387C-358E-C4B9-EFA2-CE50C2F44ED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48" name="Isosceles Triangle 47">
                <a:extLst>
                  <a:ext uri="{FF2B5EF4-FFF2-40B4-BE49-F238E27FC236}">
                    <a16:creationId xmlns:a16="http://schemas.microsoft.com/office/drawing/2014/main" id="{7BC1A452-EFFB-0970-6BCE-B4D348DFED50}"/>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50464B5B-BECF-9BA8-3561-81993CD4CC12}"/>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35" name="Group 134">
            <a:extLst>
              <a:ext uri="{FF2B5EF4-FFF2-40B4-BE49-F238E27FC236}">
                <a16:creationId xmlns:a16="http://schemas.microsoft.com/office/drawing/2014/main" id="{6A5E88B2-E2FE-C70D-6CE8-0FE752B0B431}"/>
              </a:ext>
            </a:extLst>
          </p:cNvPr>
          <p:cNvGrpSpPr/>
          <p:nvPr/>
        </p:nvGrpSpPr>
        <p:grpSpPr>
          <a:xfrm>
            <a:off x="160578" y="442584"/>
            <a:ext cx="2138159" cy="425196"/>
            <a:chOff x="127267" y="1159002"/>
            <a:chExt cx="2138159" cy="425196"/>
          </a:xfrm>
        </p:grpSpPr>
        <p:sp>
          <p:nvSpPr>
            <p:cNvPr id="136" name="Rectangle 135">
              <a:extLst>
                <a:ext uri="{FF2B5EF4-FFF2-40B4-BE49-F238E27FC236}">
                  <a16:creationId xmlns:a16="http://schemas.microsoft.com/office/drawing/2014/main" id="{251BC8FD-F011-C3F1-9EA7-A2B92F281919}"/>
                </a:ext>
              </a:extLst>
            </p:cNvPr>
            <p:cNvSpPr/>
            <p:nvPr/>
          </p:nvSpPr>
          <p:spPr>
            <a:xfrm>
              <a:off x="127267" y="1159002"/>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Reporting Manager</a:t>
              </a:r>
            </a:p>
          </p:txBody>
        </p:sp>
        <p:grpSp>
          <p:nvGrpSpPr>
            <p:cNvPr id="137" name="Group 136">
              <a:extLst>
                <a:ext uri="{FF2B5EF4-FFF2-40B4-BE49-F238E27FC236}">
                  <a16:creationId xmlns:a16="http://schemas.microsoft.com/office/drawing/2014/main" id="{69669A8A-CC97-80C8-7695-0199F898D25C}"/>
                </a:ext>
              </a:extLst>
            </p:cNvPr>
            <p:cNvGrpSpPr/>
            <p:nvPr/>
          </p:nvGrpSpPr>
          <p:grpSpPr>
            <a:xfrm>
              <a:off x="221742" y="1371600"/>
              <a:ext cx="2043684" cy="212598"/>
              <a:chOff x="221742" y="1371600"/>
              <a:chExt cx="2043684" cy="212598"/>
            </a:xfrm>
          </p:grpSpPr>
          <p:sp>
            <p:nvSpPr>
              <p:cNvPr id="138" name="Rectangle: Rounded Corners 137">
                <a:extLst>
                  <a:ext uri="{FF2B5EF4-FFF2-40B4-BE49-F238E27FC236}">
                    <a16:creationId xmlns:a16="http://schemas.microsoft.com/office/drawing/2014/main" id="{38EA4CE4-0869-74C5-FFDF-407240E8E7E8}"/>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39" name="Isosceles Triangle 138">
                <a:extLst>
                  <a:ext uri="{FF2B5EF4-FFF2-40B4-BE49-F238E27FC236}">
                    <a16:creationId xmlns:a16="http://schemas.microsoft.com/office/drawing/2014/main" id="{B7635C9C-50F2-EC5E-9541-63A46A6D278D}"/>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Connector 139">
                <a:extLst>
                  <a:ext uri="{FF2B5EF4-FFF2-40B4-BE49-F238E27FC236}">
                    <a16:creationId xmlns:a16="http://schemas.microsoft.com/office/drawing/2014/main" id="{BC4390A5-3584-7A58-0ECD-A8B228DF048A}"/>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47" name="Group 146">
            <a:extLst>
              <a:ext uri="{FF2B5EF4-FFF2-40B4-BE49-F238E27FC236}">
                <a16:creationId xmlns:a16="http://schemas.microsoft.com/office/drawing/2014/main" id="{3F16A9B3-E22B-C5F7-3354-51A830469D28}"/>
              </a:ext>
            </a:extLst>
          </p:cNvPr>
          <p:cNvGrpSpPr/>
          <p:nvPr/>
        </p:nvGrpSpPr>
        <p:grpSpPr>
          <a:xfrm>
            <a:off x="195291" y="870041"/>
            <a:ext cx="2138159" cy="425196"/>
            <a:chOff x="127267" y="1159002"/>
            <a:chExt cx="2138159" cy="425196"/>
          </a:xfrm>
        </p:grpSpPr>
        <p:sp>
          <p:nvSpPr>
            <p:cNvPr id="148" name="Rectangle 147">
              <a:extLst>
                <a:ext uri="{FF2B5EF4-FFF2-40B4-BE49-F238E27FC236}">
                  <a16:creationId xmlns:a16="http://schemas.microsoft.com/office/drawing/2014/main" id="{3BD272F8-25E5-5B8F-F4B4-259A4F9A1E83}"/>
                </a:ext>
              </a:extLst>
            </p:cNvPr>
            <p:cNvSpPr/>
            <p:nvPr/>
          </p:nvSpPr>
          <p:spPr>
            <a:xfrm>
              <a:off x="127267" y="1159002"/>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Organization Unit (Department)</a:t>
              </a:r>
            </a:p>
          </p:txBody>
        </p:sp>
        <p:grpSp>
          <p:nvGrpSpPr>
            <p:cNvPr id="149" name="Group 148">
              <a:extLst>
                <a:ext uri="{FF2B5EF4-FFF2-40B4-BE49-F238E27FC236}">
                  <a16:creationId xmlns:a16="http://schemas.microsoft.com/office/drawing/2014/main" id="{E4B723FB-FBAE-EDCC-FA85-89329E25ED46}"/>
                </a:ext>
              </a:extLst>
            </p:cNvPr>
            <p:cNvGrpSpPr/>
            <p:nvPr/>
          </p:nvGrpSpPr>
          <p:grpSpPr>
            <a:xfrm>
              <a:off x="221742" y="1371600"/>
              <a:ext cx="2043684" cy="212598"/>
              <a:chOff x="221742" y="1371600"/>
              <a:chExt cx="2043684" cy="212598"/>
            </a:xfrm>
          </p:grpSpPr>
          <p:sp>
            <p:nvSpPr>
              <p:cNvPr id="150" name="Rectangle: Rounded Corners 149">
                <a:extLst>
                  <a:ext uri="{FF2B5EF4-FFF2-40B4-BE49-F238E27FC236}">
                    <a16:creationId xmlns:a16="http://schemas.microsoft.com/office/drawing/2014/main" id="{FB9C8E8F-CDA9-08BD-F721-814951BE7833}"/>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51" name="Isosceles Triangle 150">
                <a:extLst>
                  <a:ext uri="{FF2B5EF4-FFF2-40B4-BE49-F238E27FC236}">
                    <a16:creationId xmlns:a16="http://schemas.microsoft.com/office/drawing/2014/main" id="{513AD672-0B0F-7A82-61A4-80182964D3EC}"/>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2" name="Straight Connector 151">
                <a:extLst>
                  <a:ext uri="{FF2B5EF4-FFF2-40B4-BE49-F238E27FC236}">
                    <a16:creationId xmlns:a16="http://schemas.microsoft.com/office/drawing/2014/main" id="{8884244B-304A-CA13-666A-DF91764FDB4F}"/>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53" name="Group 152">
            <a:extLst>
              <a:ext uri="{FF2B5EF4-FFF2-40B4-BE49-F238E27FC236}">
                <a16:creationId xmlns:a16="http://schemas.microsoft.com/office/drawing/2014/main" id="{0D112900-C4D6-1B49-1B02-AF6D93E4A92C}"/>
              </a:ext>
            </a:extLst>
          </p:cNvPr>
          <p:cNvGrpSpPr/>
          <p:nvPr/>
        </p:nvGrpSpPr>
        <p:grpSpPr>
          <a:xfrm>
            <a:off x="189869" y="1320844"/>
            <a:ext cx="2112143" cy="425196"/>
            <a:chOff x="153283" y="1159002"/>
            <a:chExt cx="2112143" cy="425196"/>
          </a:xfrm>
        </p:grpSpPr>
        <p:sp>
          <p:nvSpPr>
            <p:cNvPr id="154" name="Rectangle 153">
              <a:extLst>
                <a:ext uri="{FF2B5EF4-FFF2-40B4-BE49-F238E27FC236}">
                  <a16:creationId xmlns:a16="http://schemas.microsoft.com/office/drawing/2014/main" id="{426F767C-79D6-4CD2-4899-2A32D2BDB112}"/>
                </a:ext>
              </a:extLst>
            </p:cNvPr>
            <p:cNvSpPr/>
            <p:nvPr/>
          </p:nvSpPr>
          <p:spPr>
            <a:xfrm>
              <a:off x="153283" y="1159002"/>
              <a:ext cx="211214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Start Date</a:t>
              </a:r>
            </a:p>
          </p:txBody>
        </p:sp>
        <p:grpSp>
          <p:nvGrpSpPr>
            <p:cNvPr id="155" name="Group 154">
              <a:extLst>
                <a:ext uri="{FF2B5EF4-FFF2-40B4-BE49-F238E27FC236}">
                  <a16:creationId xmlns:a16="http://schemas.microsoft.com/office/drawing/2014/main" id="{F14F8D6B-FB73-0D5C-C51C-2B93FAB3EBD7}"/>
                </a:ext>
              </a:extLst>
            </p:cNvPr>
            <p:cNvGrpSpPr/>
            <p:nvPr/>
          </p:nvGrpSpPr>
          <p:grpSpPr>
            <a:xfrm>
              <a:off x="221742" y="1371600"/>
              <a:ext cx="2043684" cy="212598"/>
              <a:chOff x="221742" y="1371600"/>
              <a:chExt cx="2043684" cy="212598"/>
            </a:xfrm>
          </p:grpSpPr>
          <p:sp>
            <p:nvSpPr>
              <p:cNvPr id="156" name="Rectangle: Rounded Corners 155">
                <a:extLst>
                  <a:ext uri="{FF2B5EF4-FFF2-40B4-BE49-F238E27FC236}">
                    <a16:creationId xmlns:a16="http://schemas.microsoft.com/office/drawing/2014/main" id="{879B839A-8C8F-231D-2255-59B3B7612A77}"/>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57" name="Isosceles Triangle 156">
                <a:extLst>
                  <a:ext uri="{FF2B5EF4-FFF2-40B4-BE49-F238E27FC236}">
                    <a16:creationId xmlns:a16="http://schemas.microsoft.com/office/drawing/2014/main" id="{C3225B2D-8232-C918-2FDC-8C038F40B84C}"/>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640B6A0F-BA8F-CBF3-37B5-AE12BEE40F2E}"/>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59" name="Group 158">
            <a:extLst>
              <a:ext uri="{FF2B5EF4-FFF2-40B4-BE49-F238E27FC236}">
                <a16:creationId xmlns:a16="http://schemas.microsoft.com/office/drawing/2014/main" id="{DF0922EE-8D51-F715-9F2C-D73B02117546}"/>
              </a:ext>
            </a:extLst>
          </p:cNvPr>
          <p:cNvGrpSpPr/>
          <p:nvPr/>
        </p:nvGrpSpPr>
        <p:grpSpPr>
          <a:xfrm>
            <a:off x="2716795" y="1312872"/>
            <a:ext cx="2138159" cy="425196"/>
            <a:chOff x="127267" y="1159002"/>
            <a:chExt cx="2138159" cy="425196"/>
          </a:xfrm>
        </p:grpSpPr>
        <p:sp>
          <p:nvSpPr>
            <p:cNvPr id="160" name="Rectangle 159">
              <a:extLst>
                <a:ext uri="{FF2B5EF4-FFF2-40B4-BE49-F238E27FC236}">
                  <a16:creationId xmlns:a16="http://schemas.microsoft.com/office/drawing/2014/main" id="{AC9716EB-2879-9EE6-7121-8F6B2537A2B8}"/>
                </a:ext>
              </a:extLst>
            </p:cNvPr>
            <p:cNvSpPr/>
            <p:nvPr/>
          </p:nvSpPr>
          <p:spPr>
            <a:xfrm>
              <a:off x="127267" y="1159002"/>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End Date</a:t>
              </a:r>
            </a:p>
          </p:txBody>
        </p:sp>
        <p:grpSp>
          <p:nvGrpSpPr>
            <p:cNvPr id="161" name="Group 160">
              <a:extLst>
                <a:ext uri="{FF2B5EF4-FFF2-40B4-BE49-F238E27FC236}">
                  <a16:creationId xmlns:a16="http://schemas.microsoft.com/office/drawing/2014/main" id="{F3991BB6-E4D5-2F38-B081-342122257648}"/>
                </a:ext>
              </a:extLst>
            </p:cNvPr>
            <p:cNvGrpSpPr/>
            <p:nvPr/>
          </p:nvGrpSpPr>
          <p:grpSpPr>
            <a:xfrm>
              <a:off x="221742" y="1371600"/>
              <a:ext cx="2043684" cy="212598"/>
              <a:chOff x="221742" y="1371600"/>
              <a:chExt cx="2043684" cy="212598"/>
            </a:xfrm>
          </p:grpSpPr>
          <p:sp>
            <p:nvSpPr>
              <p:cNvPr id="162" name="Rectangle: Rounded Corners 161">
                <a:extLst>
                  <a:ext uri="{FF2B5EF4-FFF2-40B4-BE49-F238E27FC236}">
                    <a16:creationId xmlns:a16="http://schemas.microsoft.com/office/drawing/2014/main" id="{3DFB046B-6E6E-85C7-9B37-0742C15E8E17}"/>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63" name="Isosceles Triangle 162">
                <a:extLst>
                  <a:ext uri="{FF2B5EF4-FFF2-40B4-BE49-F238E27FC236}">
                    <a16:creationId xmlns:a16="http://schemas.microsoft.com/office/drawing/2014/main" id="{F6023DD1-B283-88E6-01FF-4F2D71087D5A}"/>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4" name="Straight Connector 163">
                <a:extLst>
                  <a:ext uri="{FF2B5EF4-FFF2-40B4-BE49-F238E27FC236}">
                    <a16:creationId xmlns:a16="http://schemas.microsoft.com/office/drawing/2014/main" id="{57DACC56-B158-EC2A-0075-25301420E45B}"/>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168" name="Straight Connector 167">
            <a:extLst>
              <a:ext uri="{FF2B5EF4-FFF2-40B4-BE49-F238E27FC236}">
                <a16:creationId xmlns:a16="http://schemas.microsoft.com/office/drawing/2014/main" id="{4D422894-C785-4812-A41E-3AEF3950F37C}"/>
              </a:ext>
            </a:extLst>
          </p:cNvPr>
          <p:cNvCxnSpPr>
            <a:cxnSpLocks/>
          </p:cNvCxnSpPr>
          <p:nvPr/>
        </p:nvCxnSpPr>
        <p:spPr>
          <a:xfrm>
            <a:off x="197126" y="369428"/>
            <a:ext cx="8749747"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9BEE2E7C-26F5-1A6F-CF99-9D4EC63B5B69}"/>
              </a:ext>
            </a:extLst>
          </p:cNvPr>
          <p:cNvSpPr/>
          <p:nvPr/>
        </p:nvSpPr>
        <p:spPr>
          <a:xfrm>
            <a:off x="6939738" y="766614"/>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Section 3</a:t>
            </a:r>
          </a:p>
        </p:txBody>
      </p:sp>
      <p:grpSp>
        <p:nvGrpSpPr>
          <p:cNvPr id="5" name="Group 4">
            <a:extLst>
              <a:ext uri="{FF2B5EF4-FFF2-40B4-BE49-F238E27FC236}">
                <a16:creationId xmlns:a16="http://schemas.microsoft.com/office/drawing/2014/main" id="{F8CA35EB-B646-F2C9-A8D9-4BF27593F713}"/>
              </a:ext>
            </a:extLst>
          </p:cNvPr>
          <p:cNvGrpSpPr/>
          <p:nvPr/>
        </p:nvGrpSpPr>
        <p:grpSpPr>
          <a:xfrm>
            <a:off x="2712486" y="872063"/>
            <a:ext cx="2132053" cy="425196"/>
            <a:chOff x="133373" y="1159002"/>
            <a:chExt cx="2132053" cy="425196"/>
          </a:xfrm>
        </p:grpSpPr>
        <p:sp>
          <p:nvSpPr>
            <p:cNvPr id="6" name="Rectangle 5">
              <a:extLst>
                <a:ext uri="{FF2B5EF4-FFF2-40B4-BE49-F238E27FC236}">
                  <a16:creationId xmlns:a16="http://schemas.microsoft.com/office/drawing/2014/main" id="{0ADBBE7C-D3EF-EB86-00ED-063BB4A770A0}"/>
                </a:ext>
              </a:extLst>
            </p:cNvPr>
            <p:cNvSpPr/>
            <p:nvPr/>
          </p:nvSpPr>
          <p:spPr>
            <a:xfrm>
              <a:off x="133373" y="1159002"/>
              <a:ext cx="2132053"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900">
                  <a:solidFill>
                    <a:srgbClr val="FF0000"/>
                  </a:solidFill>
                </a:rPr>
                <a:t>* </a:t>
              </a:r>
              <a:r>
                <a:rPr lang="en-US" sz="900">
                  <a:solidFill>
                    <a:schemeClr val="tx1"/>
                  </a:solidFill>
                </a:rPr>
                <a:t>Location:</a:t>
              </a:r>
            </a:p>
          </p:txBody>
        </p:sp>
        <p:grpSp>
          <p:nvGrpSpPr>
            <p:cNvPr id="7" name="Group 6">
              <a:extLst>
                <a:ext uri="{FF2B5EF4-FFF2-40B4-BE49-F238E27FC236}">
                  <a16:creationId xmlns:a16="http://schemas.microsoft.com/office/drawing/2014/main" id="{BC3408CD-AC4A-BCE4-BEDF-EBEF77122B64}"/>
                </a:ext>
              </a:extLst>
            </p:cNvPr>
            <p:cNvGrpSpPr/>
            <p:nvPr/>
          </p:nvGrpSpPr>
          <p:grpSpPr>
            <a:xfrm>
              <a:off x="221742" y="1371600"/>
              <a:ext cx="2043684" cy="212598"/>
              <a:chOff x="221742" y="1371600"/>
              <a:chExt cx="2043684" cy="212598"/>
            </a:xfrm>
          </p:grpSpPr>
          <p:sp>
            <p:nvSpPr>
              <p:cNvPr id="8" name="Rectangle: Rounded Corners 7">
                <a:extLst>
                  <a:ext uri="{FF2B5EF4-FFF2-40B4-BE49-F238E27FC236}">
                    <a16:creationId xmlns:a16="http://schemas.microsoft.com/office/drawing/2014/main" id="{0F10606A-ADE9-3E80-7FAA-CF7743BC5BF0}"/>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9" name="Isosceles Triangle 8">
                <a:extLst>
                  <a:ext uri="{FF2B5EF4-FFF2-40B4-BE49-F238E27FC236}">
                    <a16:creationId xmlns:a16="http://schemas.microsoft.com/office/drawing/2014/main" id="{68DDC2AA-4E6A-6DBB-9587-3899B6A17304}"/>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6446063-D54F-F2A3-45FE-9E0B7B923F12}"/>
                  </a:ext>
                </a:extLst>
              </p:cNvPr>
              <p:cNvCxnSpPr>
                <a:cxnSpLocks/>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1303898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C35BD-8FB5-484B-E7D8-1A503DB1C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456D2-CC9D-5E0D-38D0-3FAF3E207DDB}"/>
              </a:ext>
            </a:extLst>
          </p:cNvPr>
          <p:cNvSpPr>
            <a:spLocks noGrp="1"/>
          </p:cNvSpPr>
          <p:nvPr>
            <p:ph type="title"/>
          </p:nvPr>
        </p:nvSpPr>
        <p:spPr/>
        <p:txBody>
          <a:bodyPr/>
          <a:lstStyle/>
          <a:p>
            <a:r>
              <a:rPr lang="en-US"/>
              <a:t>Leaver</a:t>
            </a:r>
          </a:p>
        </p:txBody>
      </p:sp>
      <p:sp>
        <p:nvSpPr>
          <p:cNvPr id="3" name="Content Placeholder 2">
            <a:extLst>
              <a:ext uri="{FF2B5EF4-FFF2-40B4-BE49-F238E27FC236}">
                <a16:creationId xmlns:a16="http://schemas.microsoft.com/office/drawing/2014/main" id="{F83FB94C-7724-0EF0-D3CE-B15A9D9A92C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87397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7B9A5-D317-54F8-E208-170AEEC4903F}"/>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B10E1FFF-9C79-0BCE-C5DF-18E68A609D80}"/>
              </a:ext>
            </a:extLst>
          </p:cNvPr>
          <p:cNvGrpSpPr/>
          <p:nvPr/>
        </p:nvGrpSpPr>
        <p:grpSpPr>
          <a:xfrm>
            <a:off x="145579" y="1611114"/>
            <a:ext cx="2559048" cy="425196"/>
            <a:chOff x="148645" y="1159002"/>
            <a:chExt cx="2116781" cy="425196"/>
          </a:xfrm>
        </p:grpSpPr>
        <p:sp>
          <p:nvSpPr>
            <p:cNvPr id="63" name="Rectangle 62">
              <a:extLst>
                <a:ext uri="{FF2B5EF4-FFF2-40B4-BE49-F238E27FC236}">
                  <a16:creationId xmlns:a16="http://schemas.microsoft.com/office/drawing/2014/main" id="{E6960DEC-EB27-7333-0206-F322E1F66483}"/>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Display Name</a:t>
              </a:r>
            </a:p>
          </p:txBody>
        </p:sp>
        <p:sp>
          <p:nvSpPr>
            <p:cNvPr id="65" name="Rectangle: Rounded Corners 64">
              <a:extLst>
                <a:ext uri="{FF2B5EF4-FFF2-40B4-BE49-F238E27FC236}">
                  <a16:creationId xmlns:a16="http://schemas.microsoft.com/office/drawing/2014/main" id="{89714109-19D2-681E-4BA2-53B8BA4477A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123" name="Group 122">
            <a:extLst>
              <a:ext uri="{FF2B5EF4-FFF2-40B4-BE49-F238E27FC236}">
                <a16:creationId xmlns:a16="http://schemas.microsoft.com/office/drawing/2014/main" id="{BCC0D623-F7AF-4A00-2057-12BFA4DC7B43}"/>
              </a:ext>
            </a:extLst>
          </p:cNvPr>
          <p:cNvGrpSpPr/>
          <p:nvPr/>
        </p:nvGrpSpPr>
        <p:grpSpPr>
          <a:xfrm>
            <a:off x="215401" y="-565"/>
            <a:ext cx="2043684" cy="425196"/>
            <a:chOff x="221742" y="1159002"/>
            <a:chExt cx="2043684" cy="425196"/>
          </a:xfrm>
        </p:grpSpPr>
        <p:sp>
          <p:nvSpPr>
            <p:cNvPr id="124" name="Rectangle 123">
              <a:extLst>
                <a:ext uri="{FF2B5EF4-FFF2-40B4-BE49-F238E27FC236}">
                  <a16:creationId xmlns:a16="http://schemas.microsoft.com/office/drawing/2014/main" id="{9ED5446F-580E-1A47-884C-4CB51536BF55}"/>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Requested For</a:t>
              </a:r>
            </a:p>
          </p:txBody>
        </p:sp>
        <p:grpSp>
          <p:nvGrpSpPr>
            <p:cNvPr id="125" name="Group 124">
              <a:extLst>
                <a:ext uri="{FF2B5EF4-FFF2-40B4-BE49-F238E27FC236}">
                  <a16:creationId xmlns:a16="http://schemas.microsoft.com/office/drawing/2014/main" id="{151B1E97-D04E-CA6F-3C99-982B4E37B173}"/>
                </a:ext>
              </a:extLst>
            </p:cNvPr>
            <p:cNvGrpSpPr/>
            <p:nvPr/>
          </p:nvGrpSpPr>
          <p:grpSpPr>
            <a:xfrm>
              <a:off x="221742" y="1371600"/>
              <a:ext cx="2043684" cy="212598"/>
              <a:chOff x="221742" y="1371600"/>
              <a:chExt cx="2043684" cy="212598"/>
            </a:xfrm>
          </p:grpSpPr>
          <p:sp>
            <p:nvSpPr>
              <p:cNvPr id="126" name="Rectangle: Rounded Corners 125">
                <a:extLst>
                  <a:ext uri="{FF2B5EF4-FFF2-40B4-BE49-F238E27FC236}">
                    <a16:creationId xmlns:a16="http://schemas.microsoft.com/office/drawing/2014/main" id="{BBD24504-1121-23B3-810B-4DA9A2C4EEE8}"/>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27" name="Isosceles Triangle 126">
                <a:extLst>
                  <a:ext uri="{FF2B5EF4-FFF2-40B4-BE49-F238E27FC236}">
                    <a16:creationId xmlns:a16="http://schemas.microsoft.com/office/drawing/2014/main" id="{8C909F9B-3D2C-25BE-F378-0908AB4BC689}"/>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8C20D40D-A616-EC2C-A250-CD2446F1E2FF}"/>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29" name="Group 128">
            <a:extLst>
              <a:ext uri="{FF2B5EF4-FFF2-40B4-BE49-F238E27FC236}">
                <a16:creationId xmlns:a16="http://schemas.microsoft.com/office/drawing/2014/main" id="{B329DB52-D132-368C-EA7E-9FB0411B9977}"/>
              </a:ext>
            </a:extLst>
          </p:cNvPr>
          <p:cNvGrpSpPr/>
          <p:nvPr/>
        </p:nvGrpSpPr>
        <p:grpSpPr>
          <a:xfrm>
            <a:off x="2826125" y="-565"/>
            <a:ext cx="2043684" cy="425196"/>
            <a:chOff x="221742" y="1159002"/>
            <a:chExt cx="2043684" cy="425196"/>
          </a:xfrm>
        </p:grpSpPr>
        <p:sp>
          <p:nvSpPr>
            <p:cNvPr id="130" name="Rectangle 129">
              <a:extLst>
                <a:ext uri="{FF2B5EF4-FFF2-40B4-BE49-F238E27FC236}">
                  <a16:creationId xmlns:a16="http://schemas.microsoft.com/office/drawing/2014/main" id="{A3C910CB-9E3B-5FA1-C612-3C026C64DC24}"/>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Requested Phone</a:t>
              </a:r>
            </a:p>
          </p:txBody>
        </p:sp>
        <p:sp>
          <p:nvSpPr>
            <p:cNvPr id="132" name="Rectangle: Rounded Corners 131">
              <a:extLst>
                <a:ext uri="{FF2B5EF4-FFF2-40B4-BE49-F238E27FC236}">
                  <a16:creationId xmlns:a16="http://schemas.microsoft.com/office/drawing/2014/main" id="{1527E63C-526F-C751-10F0-D18D2C984B3E}"/>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159" name="Group 158">
            <a:extLst>
              <a:ext uri="{FF2B5EF4-FFF2-40B4-BE49-F238E27FC236}">
                <a16:creationId xmlns:a16="http://schemas.microsoft.com/office/drawing/2014/main" id="{0DC92032-5D64-3B07-1881-058094A90D36}"/>
              </a:ext>
            </a:extLst>
          </p:cNvPr>
          <p:cNvGrpSpPr/>
          <p:nvPr/>
        </p:nvGrpSpPr>
        <p:grpSpPr>
          <a:xfrm>
            <a:off x="120926" y="2626914"/>
            <a:ext cx="2138159" cy="425196"/>
            <a:chOff x="127267" y="1159002"/>
            <a:chExt cx="2138159" cy="425196"/>
          </a:xfrm>
        </p:grpSpPr>
        <p:sp>
          <p:nvSpPr>
            <p:cNvPr id="160" name="Rectangle 159">
              <a:extLst>
                <a:ext uri="{FF2B5EF4-FFF2-40B4-BE49-F238E27FC236}">
                  <a16:creationId xmlns:a16="http://schemas.microsoft.com/office/drawing/2014/main" id="{131360FA-8912-C43A-F533-2D7D14378E14}"/>
                </a:ext>
              </a:extLst>
            </p:cNvPr>
            <p:cNvSpPr/>
            <p:nvPr/>
          </p:nvSpPr>
          <p:spPr>
            <a:xfrm>
              <a:off x="127267" y="1159002"/>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Date/Time</a:t>
              </a:r>
            </a:p>
          </p:txBody>
        </p:sp>
        <p:grpSp>
          <p:nvGrpSpPr>
            <p:cNvPr id="161" name="Group 160">
              <a:extLst>
                <a:ext uri="{FF2B5EF4-FFF2-40B4-BE49-F238E27FC236}">
                  <a16:creationId xmlns:a16="http://schemas.microsoft.com/office/drawing/2014/main" id="{80F27D5B-ADE2-84AF-0FE4-ED5BA5B118CD}"/>
                </a:ext>
              </a:extLst>
            </p:cNvPr>
            <p:cNvGrpSpPr/>
            <p:nvPr/>
          </p:nvGrpSpPr>
          <p:grpSpPr>
            <a:xfrm>
              <a:off x="221742" y="1371600"/>
              <a:ext cx="2043684" cy="212598"/>
              <a:chOff x="221742" y="1371600"/>
              <a:chExt cx="2043684" cy="212598"/>
            </a:xfrm>
          </p:grpSpPr>
          <p:sp>
            <p:nvSpPr>
              <p:cNvPr id="162" name="Rectangle: Rounded Corners 161">
                <a:extLst>
                  <a:ext uri="{FF2B5EF4-FFF2-40B4-BE49-F238E27FC236}">
                    <a16:creationId xmlns:a16="http://schemas.microsoft.com/office/drawing/2014/main" id="{26BED1C7-6F28-9D9F-E0EB-34661A2553D1}"/>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sp>
            <p:nvSpPr>
              <p:cNvPr id="163" name="Isosceles Triangle 162">
                <a:extLst>
                  <a:ext uri="{FF2B5EF4-FFF2-40B4-BE49-F238E27FC236}">
                    <a16:creationId xmlns:a16="http://schemas.microsoft.com/office/drawing/2014/main" id="{136CB6A6-CF88-4BB1-7DC2-97BA9A4ECC94}"/>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4" name="Straight Connector 163">
                <a:extLst>
                  <a:ext uri="{FF2B5EF4-FFF2-40B4-BE49-F238E27FC236}">
                    <a16:creationId xmlns:a16="http://schemas.microsoft.com/office/drawing/2014/main" id="{E18FA258-5741-541B-AF0D-05ED80A52694}"/>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166" name="Straight Connector 165">
            <a:extLst>
              <a:ext uri="{FF2B5EF4-FFF2-40B4-BE49-F238E27FC236}">
                <a16:creationId xmlns:a16="http://schemas.microsoft.com/office/drawing/2014/main" id="{93D4C38B-0BFF-80D2-ED23-415718BC632D}"/>
              </a:ext>
            </a:extLst>
          </p:cNvPr>
          <p:cNvCxnSpPr>
            <a:cxnSpLocks/>
          </p:cNvCxnSpPr>
          <p:nvPr/>
        </p:nvCxnSpPr>
        <p:spPr>
          <a:xfrm>
            <a:off x="135164" y="1505171"/>
            <a:ext cx="8749747"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170" name="Group 169">
            <a:extLst>
              <a:ext uri="{FF2B5EF4-FFF2-40B4-BE49-F238E27FC236}">
                <a16:creationId xmlns:a16="http://schemas.microsoft.com/office/drawing/2014/main" id="{8C36D166-BF72-54E0-D6FD-8257B9032B8F}"/>
              </a:ext>
            </a:extLst>
          </p:cNvPr>
          <p:cNvGrpSpPr/>
          <p:nvPr/>
        </p:nvGrpSpPr>
        <p:grpSpPr>
          <a:xfrm>
            <a:off x="145579" y="6352085"/>
            <a:ext cx="2907864" cy="425196"/>
            <a:chOff x="127267" y="1159002"/>
            <a:chExt cx="2907864" cy="425196"/>
          </a:xfrm>
        </p:grpSpPr>
        <p:sp>
          <p:nvSpPr>
            <p:cNvPr id="171" name="Rectangle 170">
              <a:extLst>
                <a:ext uri="{FF2B5EF4-FFF2-40B4-BE49-F238E27FC236}">
                  <a16:creationId xmlns:a16="http://schemas.microsoft.com/office/drawing/2014/main" id="{65F5D404-F836-B9AB-7C42-D95C1C138132}"/>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Remote Access Required?</a:t>
              </a:r>
            </a:p>
          </p:txBody>
        </p:sp>
        <p:grpSp>
          <p:nvGrpSpPr>
            <p:cNvPr id="172" name="Group 171">
              <a:extLst>
                <a:ext uri="{FF2B5EF4-FFF2-40B4-BE49-F238E27FC236}">
                  <a16:creationId xmlns:a16="http://schemas.microsoft.com/office/drawing/2014/main" id="{6B817A21-FA5C-C254-DAD5-02DE21B6C01C}"/>
                </a:ext>
              </a:extLst>
            </p:cNvPr>
            <p:cNvGrpSpPr/>
            <p:nvPr/>
          </p:nvGrpSpPr>
          <p:grpSpPr>
            <a:xfrm>
              <a:off x="221742" y="1371600"/>
              <a:ext cx="2043684" cy="212598"/>
              <a:chOff x="221742" y="1371600"/>
              <a:chExt cx="2043684" cy="212598"/>
            </a:xfrm>
          </p:grpSpPr>
          <p:sp>
            <p:nvSpPr>
              <p:cNvPr id="173" name="Rectangle: Rounded Corners 172">
                <a:extLst>
                  <a:ext uri="{FF2B5EF4-FFF2-40B4-BE49-F238E27FC236}">
                    <a16:creationId xmlns:a16="http://schemas.microsoft.com/office/drawing/2014/main" id="{F889A203-6E45-226D-649E-5986C827A64C}"/>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74" name="Isosceles Triangle 173">
                <a:extLst>
                  <a:ext uri="{FF2B5EF4-FFF2-40B4-BE49-F238E27FC236}">
                    <a16:creationId xmlns:a16="http://schemas.microsoft.com/office/drawing/2014/main" id="{1BDCF842-17FE-7236-74A6-276179584C32}"/>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5" name="Straight Connector 174">
                <a:extLst>
                  <a:ext uri="{FF2B5EF4-FFF2-40B4-BE49-F238E27FC236}">
                    <a16:creationId xmlns:a16="http://schemas.microsoft.com/office/drawing/2014/main" id="{080184B8-AD37-F0F1-D212-24162F359416}"/>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1" name="Group 10">
            <a:extLst>
              <a:ext uri="{FF2B5EF4-FFF2-40B4-BE49-F238E27FC236}">
                <a16:creationId xmlns:a16="http://schemas.microsoft.com/office/drawing/2014/main" id="{5A469E46-D7F2-DD76-C506-B4EE8FAAF6C3}"/>
              </a:ext>
            </a:extLst>
          </p:cNvPr>
          <p:cNvGrpSpPr/>
          <p:nvPr/>
        </p:nvGrpSpPr>
        <p:grpSpPr>
          <a:xfrm>
            <a:off x="215401" y="947496"/>
            <a:ext cx="2043684" cy="425196"/>
            <a:chOff x="221742" y="1159002"/>
            <a:chExt cx="2043684" cy="425196"/>
          </a:xfrm>
        </p:grpSpPr>
        <p:sp>
          <p:nvSpPr>
            <p:cNvPr id="14" name="Rectangle 13">
              <a:extLst>
                <a:ext uri="{FF2B5EF4-FFF2-40B4-BE49-F238E27FC236}">
                  <a16:creationId xmlns:a16="http://schemas.microsoft.com/office/drawing/2014/main" id="{0988AC69-271C-0B5E-8BD6-5C8938FB543C}"/>
                </a:ext>
              </a:extLst>
            </p:cNvPr>
            <p:cNvSpPr/>
            <p:nvPr/>
          </p:nvSpPr>
          <p:spPr>
            <a:xfrm>
              <a:off x="221742" y="1159002"/>
              <a:ext cx="204368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Select User</a:t>
              </a:r>
            </a:p>
          </p:txBody>
        </p:sp>
        <p:grpSp>
          <p:nvGrpSpPr>
            <p:cNvPr id="16" name="Group 15">
              <a:extLst>
                <a:ext uri="{FF2B5EF4-FFF2-40B4-BE49-F238E27FC236}">
                  <a16:creationId xmlns:a16="http://schemas.microsoft.com/office/drawing/2014/main" id="{7722E0CA-93FD-C4F0-C954-B95B123FE809}"/>
                </a:ext>
              </a:extLst>
            </p:cNvPr>
            <p:cNvGrpSpPr/>
            <p:nvPr/>
          </p:nvGrpSpPr>
          <p:grpSpPr>
            <a:xfrm>
              <a:off x="221742" y="1371600"/>
              <a:ext cx="2043684" cy="212598"/>
              <a:chOff x="221742" y="1371600"/>
              <a:chExt cx="2043684" cy="212598"/>
            </a:xfrm>
          </p:grpSpPr>
          <p:sp>
            <p:nvSpPr>
              <p:cNvPr id="17" name="Rectangle: Rounded Corners 16">
                <a:extLst>
                  <a:ext uri="{FF2B5EF4-FFF2-40B4-BE49-F238E27FC236}">
                    <a16:creationId xmlns:a16="http://schemas.microsoft.com/office/drawing/2014/main" id="{3DA05432-C930-7385-67B3-796FA06A6951}"/>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sp>
            <p:nvSpPr>
              <p:cNvPr id="18" name="Isosceles Triangle 17">
                <a:extLst>
                  <a:ext uri="{FF2B5EF4-FFF2-40B4-BE49-F238E27FC236}">
                    <a16:creationId xmlns:a16="http://schemas.microsoft.com/office/drawing/2014/main" id="{217D6875-62C4-E463-FCDA-596AA4E2B51A}"/>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01D8E61D-F661-C2E2-2AC4-003C176E62FA}"/>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20" name="Group 19">
            <a:extLst>
              <a:ext uri="{FF2B5EF4-FFF2-40B4-BE49-F238E27FC236}">
                <a16:creationId xmlns:a16="http://schemas.microsoft.com/office/drawing/2014/main" id="{E25D381F-42A5-06BB-5E2B-53B9F13DD6FD}"/>
              </a:ext>
            </a:extLst>
          </p:cNvPr>
          <p:cNvGrpSpPr/>
          <p:nvPr/>
        </p:nvGrpSpPr>
        <p:grpSpPr>
          <a:xfrm>
            <a:off x="109301" y="3130736"/>
            <a:ext cx="3854921" cy="1047574"/>
            <a:chOff x="148645" y="1159002"/>
            <a:chExt cx="3188695" cy="1047574"/>
          </a:xfrm>
        </p:grpSpPr>
        <p:sp>
          <p:nvSpPr>
            <p:cNvPr id="21" name="Rectangle 20">
              <a:extLst>
                <a:ext uri="{FF2B5EF4-FFF2-40B4-BE49-F238E27FC236}">
                  <a16:creationId xmlns:a16="http://schemas.microsoft.com/office/drawing/2014/main" id="{2AEF56B4-2B9F-D290-2571-C03014EEF4E9}"/>
                </a:ext>
              </a:extLst>
            </p:cNvPr>
            <p:cNvSpPr/>
            <p:nvPr/>
          </p:nvSpPr>
          <p:spPr>
            <a:xfrm>
              <a:off x="148645" y="1159002"/>
              <a:ext cx="2116781"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Termination Reason</a:t>
              </a:r>
            </a:p>
          </p:txBody>
        </p:sp>
        <p:sp>
          <p:nvSpPr>
            <p:cNvPr id="28" name="Rectangle: Rounded Corners 27">
              <a:extLst>
                <a:ext uri="{FF2B5EF4-FFF2-40B4-BE49-F238E27FC236}">
                  <a16:creationId xmlns:a16="http://schemas.microsoft.com/office/drawing/2014/main" id="{CF8B73EF-42F6-086E-C080-CBFC167F2704}"/>
                </a:ext>
              </a:extLst>
            </p:cNvPr>
            <p:cNvSpPr/>
            <p:nvPr/>
          </p:nvSpPr>
          <p:spPr>
            <a:xfrm>
              <a:off x="221742" y="1371599"/>
              <a:ext cx="3115598" cy="834977"/>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grpSp>
        <p:nvGrpSpPr>
          <p:cNvPr id="29" name="Group 28">
            <a:extLst>
              <a:ext uri="{FF2B5EF4-FFF2-40B4-BE49-F238E27FC236}">
                <a16:creationId xmlns:a16="http://schemas.microsoft.com/office/drawing/2014/main" id="{F36A4A2F-F87F-4714-D9A9-082688B73330}"/>
              </a:ext>
            </a:extLst>
          </p:cNvPr>
          <p:cNvGrpSpPr/>
          <p:nvPr/>
        </p:nvGrpSpPr>
        <p:grpSpPr>
          <a:xfrm>
            <a:off x="243306" y="2119078"/>
            <a:ext cx="2236165" cy="212598"/>
            <a:chOff x="283655" y="1330900"/>
            <a:chExt cx="2236165" cy="212598"/>
          </a:xfrm>
        </p:grpSpPr>
        <p:sp>
          <p:nvSpPr>
            <p:cNvPr id="30" name="Rectangle 29">
              <a:extLst>
                <a:ext uri="{FF2B5EF4-FFF2-40B4-BE49-F238E27FC236}">
                  <a16:creationId xmlns:a16="http://schemas.microsoft.com/office/drawing/2014/main" id="{340EAB1B-F495-A081-02B0-D9FE382A56E6}"/>
                </a:ext>
              </a:extLst>
            </p:cNvPr>
            <p:cNvSpPr/>
            <p:nvPr/>
          </p:nvSpPr>
          <p:spPr>
            <a:xfrm>
              <a:off x="381661" y="1330900"/>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Walkout Termination</a:t>
              </a:r>
            </a:p>
          </p:txBody>
        </p:sp>
        <p:sp>
          <p:nvSpPr>
            <p:cNvPr id="32" name="Rectangle: Rounded Corners 31">
              <a:extLst>
                <a:ext uri="{FF2B5EF4-FFF2-40B4-BE49-F238E27FC236}">
                  <a16:creationId xmlns:a16="http://schemas.microsoft.com/office/drawing/2014/main" id="{285D9205-8BA3-CAB2-B991-7EA2886051AC}"/>
                </a:ext>
              </a:extLst>
            </p:cNvPr>
            <p:cNvSpPr/>
            <p:nvPr/>
          </p:nvSpPr>
          <p:spPr>
            <a:xfrm>
              <a:off x="283655" y="1371600"/>
              <a:ext cx="126657" cy="128364"/>
            </a:xfrm>
            <a:prstGeom prst="roundRect">
              <a:avLst>
                <a:gd name="adj" fmla="val 0"/>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sp>
        <p:nvSpPr>
          <p:cNvPr id="36" name="Rectangle 35">
            <a:extLst>
              <a:ext uri="{FF2B5EF4-FFF2-40B4-BE49-F238E27FC236}">
                <a16:creationId xmlns:a16="http://schemas.microsoft.com/office/drawing/2014/main" id="{B1875143-4648-DAF0-0156-A6C875FA7D34}"/>
              </a:ext>
            </a:extLst>
          </p:cNvPr>
          <p:cNvSpPr/>
          <p:nvPr/>
        </p:nvSpPr>
        <p:spPr>
          <a:xfrm>
            <a:off x="2259085" y="2820877"/>
            <a:ext cx="2888337"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If Walkout is selected, set Date time to current time.</a:t>
            </a:r>
            <a:endParaRPr lang="en-US" sz="900">
              <a:solidFill>
                <a:schemeClr val="tx1"/>
              </a:solidFill>
            </a:endParaRPr>
          </a:p>
        </p:txBody>
      </p:sp>
      <p:grpSp>
        <p:nvGrpSpPr>
          <p:cNvPr id="38" name="Group 37">
            <a:extLst>
              <a:ext uri="{FF2B5EF4-FFF2-40B4-BE49-F238E27FC236}">
                <a16:creationId xmlns:a16="http://schemas.microsoft.com/office/drawing/2014/main" id="{0B605A91-590F-37BF-6A2A-D5DBA8FFFDEB}"/>
              </a:ext>
            </a:extLst>
          </p:cNvPr>
          <p:cNvGrpSpPr/>
          <p:nvPr/>
        </p:nvGrpSpPr>
        <p:grpSpPr>
          <a:xfrm>
            <a:off x="243306" y="2383325"/>
            <a:ext cx="2236165" cy="212598"/>
            <a:chOff x="283655" y="1321063"/>
            <a:chExt cx="2236165" cy="212598"/>
          </a:xfrm>
        </p:grpSpPr>
        <p:sp>
          <p:nvSpPr>
            <p:cNvPr id="39" name="Rectangle 38">
              <a:extLst>
                <a:ext uri="{FF2B5EF4-FFF2-40B4-BE49-F238E27FC236}">
                  <a16:creationId xmlns:a16="http://schemas.microsoft.com/office/drawing/2014/main" id="{B6E8C458-85BC-3D0A-63A2-4C5A6FA36EA1}"/>
                </a:ext>
              </a:extLst>
            </p:cNvPr>
            <p:cNvSpPr/>
            <p:nvPr/>
          </p:nvSpPr>
          <p:spPr>
            <a:xfrm>
              <a:off x="381661" y="1321063"/>
              <a:ext cx="2138159"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FF0000"/>
                  </a:solidFill>
                </a:rPr>
                <a:t>* </a:t>
              </a:r>
              <a:r>
                <a:rPr lang="en-US" sz="900">
                  <a:solidFill>
                    <a:schemeClr val="tx1"/>
                  </a:solidFill>
                </a:rPr>
                <a:t>White Glove Termination</a:t>
              </a:r>
            </a:p>
          </p:txBody>
        </p:sp>
        <p:sp>
          <p:nvSpPr>
            <p:cNvPr id="40" name="Rectangle: Rounded Corners 39">
              <a:extLst>
                <a:ext uri="{FF2B5EF4-FFF2-40B4-BE49-F238E27FC236}">
                  <a16:creationId xmlns:a16="http://schemas.microsoft.com/office/drawing/2014/main" id="{4BE3E525-E030-07BB-16C1-4C5456638AD4}"/>
                </a:ext>
              </a:extLst>
            </p:cNvPr>
            <p:cNvSpPr/>
            <p:nvPr/>
          </p:nvSpPr>
          <p:spPr>
            <a:xfrm>
              <a:off x="283655" y="1371600"/>
              <a:ext cx="126657" cy="128364"/>
            </a:xfrm>
            <a:prstGeom prst="roundRect">
              <a:avLst>
                <a:gd name="adj" fmla="val 0"/>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chemeClr val="tx1"/>
                </a:solidFill>
              </a:endParaRPr>
            </a:p>
          </p:txBody>
        </p:sp>
      </p:grpSp>
      <p:sp>
        <p:nvSpPr>
          <p:cNvPr id="64" name="Rectangle 63">
            <a:extLst>
              <a:ext uri="{FF2B5EF4-FFF2-40B4-BE49-F238E27FC236}">
                <a16:creationId xmlns:a16="http://schemas.microsoft.com/office/drawing/2014/main" id="{C6E6B83B-CF69-CBD5-2895-311259938BC5}"/>
              </a:ext>
            </a:extLst>
          </p:cNvPr>
          <p:cNvSpPr/>
          <p:nvPr/>
        </p:nvSpPr>
        <p:spPr>
          <a:xfrm>
            <a:off x="906536" y="1609856"/>
            <a:ext cx="176181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(Read Only)</a:t>
            </a:r>
          </a:p>
        </p:txBody>
      </p:sp>
    </p:spTree>
    <p:extLst>
      <p:ext uri="{BB962C8B-B14F-4D97-AF65-F5344CB8AC3E}">
        <p14:creationId xmlns:p14="http://schemas.microsoft.com/office/powerpoint/2010/main" val="275761612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5847-DB9D-23B2-7699-9CA346C14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29467-F577-03BB-EE51-02B408B303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8379E9-DB34-D6CB-C74B-07FA79D548A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45214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0DD0BFD-E9B2-E872-CEBB-A83569180661}"/>
              </a:ext>
            </a:extLst>
          </p:cNvPr>
          <p:cNvGrpSpPr/>
          <p:nvPr/>
        </p:nvGrpSpPr>
        <p:grpSpPr>
          <a:xfrm>
            <a:off x="675125" y="3249335"/>
            <a:ext cx="2907864" cy="425196"/>
            <a:chOff x="127267" y="1159002"/>
            <a:chExt cx="2907864" cy="425196"/>
          </a:xfrm>
        </p:grpSpPr>
        <p:sp>
          <p:nvSpPr>
            <p:cNvPr id="5" name="Rectangle 4">
              <a:extLst>
                <a:ext uri="{FF2B5EF4-FFF2-40B4-BE49-F238E27FC236}">
                  <a16:creationId xmlns:a16="http://schemas.microsoft.com/office/drawing/2014/main" id="{7E629560-0F4D-6243-C63B-5046BC46E566}"/>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1 – Select Action</a:t>
              </a:r>
            </a:p>
          </p:txBody>
        </p:sp>
        <p:grpSp>
          <p:nvGrpSpPr>
            <p:cNvPr id="6" name="Group 5">
              <a:extLst>
                <a:ext uri="{FF2B5EF4-FFF2-40B4-BE49-F238E27FC236}">
                  <a16:creationId xmlns:a16="http://schemas.microsoft.com/office/drawing/2014/main" id="{8F951736-09D3-FA86-316B-343AD72FF1EE}"/>
                </a:ext>
              </a:extLst>
            </p:cNvPr>
            <p:cNvGrpSpPr/>
            <p:nvPr/>
          </p:nvGrpSpPr>
          <p:grpSpPr>
            <a:xfrm>
              <a:off x="221742" y="1371600"/>
              <a:ext cx="2043684" cy="212598"/>
              <a:chOff x="221742" y="1371600"/>
              <a:chExt cx="2043684" cy="212598"/>
            </a:xfrm>
          </p:grpSpPr>
          <p:sp>
            <p:nvSpPr>
              <p:cNvPr id="7" name="Rectangle: Rounded Corners 6">
                <a:extLst>
                  <a:ext uri="{FF2B5EF4-FFF2-40B4-BE49-F238E27FC236}">
                    <a16:creationId xmlns:a16="http://schemas.microsoft.com/office/drawing/2014/main" id="{558209EB-DED6-1358-91B6-052B273D11F8}"/>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8" name="Isosceles Triangle 7">
                <a:extLst>
                  <a:ext uri="{FF2B5EF4-FFF2-40B4-BE49-F238E27FC236}">
                    <a16:creationId xmlns:a16="http://schemas.microsoft.com/office/drawing/2014/main" id="{36C50D92-79ED-91AD-A6B2-808031595432}"/>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CED6945-3891-1DE6-75B5-D1DF66C007F5}"/>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1" name="Rectangle 10">
            <a:extLst>
              <a:ext uri="{FF2B5EF4-FFF2-40B4-BE49-F238E27FC236}">
                <a16:creationId xmlns:a16="http://schemas.microsoft.com/office/drawing/2014/main" id="{7E3782DB-732B-170F-D0EA-5138C24B2D34}"/>
              </a:ext>
            </a:extLst>
          </p:cNvPr>
          <p:cNvSpPr/>
          <p:nvPr/>
        </p:nvSpPr>
        <p:spPr>
          <a:xfrm>
            <a:off x="684335" y="3022124"/>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Context Search</a:t>
            </a:r>
          </a:p>
        </p:txBody>
      </p:sp>
      <p:grpSp>
        <p:nvGrpSpPr>
          <p:cNvPr id="12" name="Group 11">
            <a:extLst>
              <a:ext uri="{FF2B5EF4-FFF2-40B4-BE49-F238E27FC236}">
                <a16:creationId xmlns:a16="http://schemas.microsoft.com/office/drawing/2014/main" id="{423F05CD-2CF6-B0E9-FEAF-491725CBB3D8}"/>
              </a:ext>
            </a:extLst>
          </p:cNvPr>
          <p:cNvGrpSpPr/>
          <p:nvPr/>
        </p:nvGrpSpPr>
        <p:grpSpPr>
          <a:xfrm>
            <a:off x="675125" y="3672748"/>
            <a:ext cx="2907864" cy="425196"/>
            <a:chOff x="127267" y="1159002"/>
            <a:chExt cx="2907864" cy="425196"/>
          </a:xfrm>
        </p:grpSpPr>
        <p:sp>
          <p:nvSpPr>
            <p:cNvPr id="13" name="Rectangle 12">
              <a:extLst>
                <a:ext uri="{FF2B5EF4-FFF2-40B4-BE49-F238E27FC236}">
                  <a16:creationId xmlns:a16="http://schemas.microsoft.com/office/drawing/2014/main" id="{6BA154FA-29D4-315B-C35B-2F70CD88BFEE}"/>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2 - Requested For</a:t>
              </a:r>
            </a:p>
          </p:txBody>
        </p:sp>
        <p:grpSp>
          <p:nvGrpSpPr>
            <p:cNvPr id="14" name="Group 13">
              <a:extLst>
                <a:ext uri="{FF2B5EF4-FFF2-40B4-BE49-F238E27FC236}">
                  <a16:creationId xmlns:a16="http://schemas.microsoft.com/office/drawing/2014/main" id="{AEAE392A-5088-76EA-32CB-ECDBF4D02540}"/>
                </a:ext>
              </a:extLst>
            </p:cNvPr>
            <p:cNvGrpSpPr/>
            <p:nvPr/>
          </p:nvGrpSpPr>
          <p:grpSpPr>
            <a:xfrm>
              <a:off x="221742" y="1371600"/>
              <a:ext cx="2043684" cy="212598"/>
              <a:chOff x="221742" y="1371600"/>
              <a:chExt cx="2043684" cy="212598"/>
            </a:xfrm>
          </p:grpSpPr>
          <p:sp>
            <p:nvSpPr>
              <p:cNvPr id="15" name="Rectangle: Rounded Corners 14">
                <a:extLst>
                  <a:ext uri="{FF2B5EF4-FFF2-40B4-BE49-F238E27FC236}">
                    <a16:creationId xmlns:a16="http://schemas.microsoft.com/office/drawing/2014/main" id="{2DD830C4-21A0-63E4-0F80-114F98631E51}"/>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16" name="Isosceles Triangle 15">
                <a:extLst>
                  <a:ext uri="{FF2B5EF4-FFF2-40B4-BE49-F238E27FC236}">
                    <a16:creationId xmlns:a16="http://schemas.microsoft.com/office/drawing/2014/main" id="{4DAA3DC0-BC7A-7845-0170-C664C8F23D29}"/>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8E900BFD-9D3E-79D9-AB2E-CDBF9300DF77}"/>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8" name="Rectangle 17">
            <a:extLst>
              <a:ext uri="{FF2B5EF4-FFF2-40B4-BE49-F238E27FC236}">
                <a16:creationId xmlns:a16="http://schemas.microsoft.com/office/drawing/2014/main" id="{54553D49-6931-C48C-3F43-1EA0B5057509}"/>
              </a:ext>
            </a:extLst>
          </p:cNvPr>
          <p:cNvSpPr/>
          <p:nvPr/>
        </p:nvSpPr>
        <p:spPr>
          <a:xfrm>
            <a:off x="2813284" y="3890475"/>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Self-; Multiple Users, Someone Else</a:t>
            </a:r>
          </a:p>
        </p:txBody>
      </p:sp>
      <p:grpSp>
        <p:nvGrpSpPr>
          <p:cNvPr id="19" name="Group 18">
            <a:extLst>
              <a:ext uri="{FF2B5EF4-FFF2-40B4-BE49-F238E27FC236}">
                <a16:creationId xmlns:a16="http://schemas.microsoft.com/office/drawing/2014/main" id="{4E63282C-86C7-F849-8882-26429F1306AD}"/>
              </a:ext>
            </a:extLst>
          </p:cNvPr>
          <p:cNvGrpSpPr/>
          <p:nvPr/>
        </p:nvGrpSpPr>
        <p:grpSpPr>
          <a:xfrm>
            <a:off x="675125" y="4126473"/>
            <a:ext cx="2907864" cy="425196"/>
            <a:chOff x="127267" y="1159002"/>
            <a:chExt cx="2907864" cy="425196"/>
          </a:xfrm>
        </p:grpSpPr>
        <p:sp>
          <p:nvSpPr>
            <p:cNvPr id="20" name="Rectangle 19">
              <a:extLst>
                <a:ext uri="{FF2B5EF4-FFF2-40B4-BE49-F238E27FC236}">
                  <a16:creationId xmlns:a16="http://schemas.microsoft.com/office/drawing/2014/main" id="{2A101248-92D5-FE97-9935-9FE3E41614AC}"/>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3 - Access Type</a:t>
              </a:r>
            </a:p>
          </p:txBody>
        </p:sp>
        <p:grpSp>
          <p:nvGrpSpPr>
            <p:cNvPr id="21" name="Group 20">
              <a:extLst>
                <a:ext uri="{FF2B5EF4-FFF2-40B4-BE49-F238E27FC236}">
                  <a16:creationId xmlns:a16="http://schemas.microsoft.com/office/drawing/2014/main" id="{AF920E06-DF30-08AF-2D5F-911989A16E4A}"/>
                </a:ext>
              </a:extLst>
            </p:cNvPr>
            <p:cNvGrpSpPr/>
            <p:nvPr/>
          </p:nvGrpSpPr>
          <p:grpSpPr>
            <a:xfrm>
              <a:off x="221742" y="1371600"/>
              <a:ext cx="2043684" cy="212598"/>
              <a:chOff x="221742" y="1371600"/>
              <a:chExt cx="2043684" cy="212598"/>
            </a:xfrm>
          </p:grpSpPr>
          <p:sp>
            <p:nvSpPr>
              <p:cNvPr id="22" name="Rectangle: Rounded Corners 21">
                <a:extLst>
                  <a:ext uri="{FF2B5EF4-FFF2-40B4-BE49-F238E27FC236}">
                    <a16:creationId xmlns:a16="http://schemas.microsoft.com/office/drawing/2014/main" id="{96297ADE-968E-A6EA-1D05-B94CEDE9E357}"/>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23" name="Isosceles Triangle 22">
                <a:extLst>
                  <a:ext uri="{FF2B5EF4-FFF2-40B4-BE49-F238E27FC236}">
                    <a16:creationId xmlns:a16="http://schemas.microsoft.com/office/drawing/2014/main" id="{D1EA23C4-76E7-60CC-5EFF-5FE623F9891C}"/>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17C6CD4C-A806-5793-3224-40ECB0907587}"/>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5" name="Rectangle 24">
            <a:extLst>
              <a:ext uri="{FF2B5EF4-FFF2-40B4-BE49-F238E27FC236}">
                <a16:creationId xmlns:a16="http://schemas.microsoft.com/office/drawing/2014/main" id="{3F9D5CD6-145E-888C-646F-959F6C48FEF1}"/>
              </a:ext>
            </a:extLst>
          </p:cNvPr>
          <p:cNvSpPr/>
          <p:nvPr/>
        </p:nvSpPr>
        <p:spPr>
          <a:xfrm>
            <a:off x="2813284" y="4333464"/>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Dropdown: Application, Identity, Functional, Location, Job</a:t>
            </a:r>
          </a:p>
        </p:txBody>
      </p:sp>
      <p:grpSp>
        <p:nvGrpSpPr>
          <p:cNvPr id="26" name="Group 25">
            <a:extLst>
              <a:ext uri="{FF2B5EF4-FFF2-40B4-BE49-F238E27FC236}">
                <a16:creationId xmlns:a16="http://schemas.microsoft.com/office/drawing/2014/main" id="{56212924-55A4-20FC-8832-429650696083}"/>
              </a:ext>
            </a:extLst>
          </p:cNvPr>
          <p:cNvGrpSpPr/>
          <p:nvPr/>
        </p:nvGrpSpPr>
        <p:grpSpPr>
          <a:xfrm>
            <a:off x="684335" y="4590327"/>
            <a:ext cx="2907864" cy="425196"/>
            <a:chOff x="127267" y="1159002"/>
            <a:chExt cx="2907864" cy="425196"/>
          </a:xfrm>
        </p:grpSpPr>
        <p:sp>
          <p:nvSpPr>
            <p:cNvPr id="27" name="Rectangle 26">
              <a:extLst>
                <a:ext uri="{FF2B5EF4-FFF2-40B4-BE49-F238E27FC236}">
                  <a16:creationId xmlns:a16="http://schemas.microsoft.com/office/drawing/2014/main" id="{21E2A080-68A4-AD67-9BE8-A0668BFE525B}"/>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4 - Select Access Target</a:t>
              </a:r>
            </a:p>
          </p:txBody>
        </p:sp>
        <p:grpSp>
          <p:nvGrpSpPr>
            <p:cNvPr id="28" name="Group 27">
              <a:extLst>
                <a:ext uri="{FF2B5EF4-FFF2-40B4-BE49-F238E27FC236}">
                  <a16:creationId xmlns:a16="http://schemas.microsoft.com/office/drawing/2014/main" id="{4878BCD7-0307-A8AB-04FE-CF3226E829C1}"/>
                </a:ext>
              </a:extLst>
            </p:cNvPr>
            <p:cNvGrpSpPr/>
            <p:nvPr/>
          </p:nvGrpSpPr>
          <p:grpSpPr>
            <a:xfrm>
              <a:off x="221742" y="1371600"/>
              <a:ext cx="2043684" cy="212598"/>
              <a:chOff x="221742" y="1371600"/>
              <a:chExt cx="2043684" cy="212598"/>
            </a:xfrm>
          </p:grpSpPr>
          <p:sp>
            <p:nvSpPr>
              <p:cNvPr id="29" name="Rectangle: Rounded Corners 28">
                <a:extLst>
                  <a:ext uri="{FF2B5EF4-FFF2-40B4-BE49-F238E27FC236}">
                    <a16:creationId xmlns:a16="http://schemas.microsoft.com/office/drawing/2014/main" id="{4A6F1162-B9E8-A33E-0AA2-791FF7CA1E07}"/>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30" name="Isosceles Triangle 29">
                <a:extLst>
                  <a:ext uri="{FF2B5EF4-FFF2-40B4-BE49-F238E27FC236}">
                    <a16:creationId xmlns:a16="http://schemas.microsoft.com/office/drawing/2014/main" id="{57AFC48B-8AF3-89D2-E65D-9F67ED236E93}"/>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C75B6DC8-3D34-5051-60DC-6A408FA81998}"/>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32" name="Rectangle 31">
            <a:extLst>
              <a:ext uri="{FF2B5EF4-FFF2-40B4-BE49-F238E27FC236}">
                <a16:creationId xmlns:a16="http://schemas.microsoft.com/office/drawing/2014/main" id="{40B5D4EB-1786-5069-6499-A0BCC8DBB131}"/>
              </a:ext>
            </a:extLst>
          </p:cNvPr>
          <p:cNvSpPr/>
          <p:nvPr/>
        </p:nvSpPr>
        <p:spPr>
          <a:xfrm>
            <a:off x="2813284" y="4800792"/>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Shown if Category is Application</a:t>
            </a:r>
          </a:p>
        </p:txBody>
      </p:sp>
      <p:grpSp>
        <p:nvGrpSpPr>
          <p:cNvPr id="58" name="Group 57">
            <a:extLst>
              <a:ext uri="{FF2B5EF4-FFF2-40B4-BE49-F238E27FC236}">
                <a16:creationId xmlns:a16="http://schemas.microsoft.com/office/drawing/2014/main" id="{178EF968-1CD4-9507-D4DF-3254758B8A2E}"/>
              </a:ext>
            </a:extLst>
          </p:cNvPr>
          <p:cNvGrpSpPr/>
          <p:nvPr/>
        </p:nvGrpSpPr>
        <p:grpSpPr>
          <a:xfrm>
            <a:off x="675125" y="5073314"/>
            <a:ext cx="2907864" cy="425196"/>
            <a:chOff x="127267" y="1159002"/>
            <a:chExt cx="2907864" cy="425196"/>
          </a:xfrm>
        </p:grpSpPr>
        <p:sp>
          <p:nvSpPr>
            <p:cNvPr id="59" name="Rectangle 58">
              <a:extLst>
                <a:ext uri="{FF2B5EF4-FFF2-40B4-BE49-F238E27FC236}">
                  <a16:creationId xmlns:a16="http://schemas.microsoft.com/office/drawing/2014/main" id="{2795A863-E34B-7324-8902-4BDF79354537}"/>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5 – Select Available Roles/Entitlements</a:t>
              </a:r>
            </a:p>
          </p:txBody>
        </p:sp>
        <p:grpSp>
          <p:nvGrpSpPr>
            <p:cNvPr id="60" name="Group 59">
              <a:extLst>
                <a:ext uri="{FF2B5EF4-FFF2-40B4-BE49-F238E27FC236}">
                  <a16:creationId xmlns:a16="http://schemas.microsoft.com/office/drawing/2014/main" id="{474FA52F-B756-C875-64A4-7B04E2D82E63}"/>
                </a:ext>
              </a:extLst>
            </p:cNvPr>
            <p:cNvGrpSpPr/>
            <p:nvPr/>
          </p:nvGrpSpPr>
          <p:grpSpPr>
            <a:xfrm>
              <a:off x="221742" y="1371600"/>
              <a:ext cx="2043684" cy="212598"/>
              <a:chOff x="221742" y="1371600"/>
              <a:chExt cx="2043684" cy="212598"/>
            </a:xfrm>
          </p:grpSpPr>
          <p:sp>
            <p:nvSpPr>
              <p:cNvPr id="61" name="Rectangle: Rounded Corners 60">
                <a:extLst>
                  <a:ext uri="{FF2B5EF4-FFF2-40B4-BE49-F238E27FC236}">
                    <a16:creationId xmlns:a16="http://schemas.microsoft.com/office/drawing/2014/main" id="{C6F0B40E-AD47-74C0-3C92-641A2CEECB3D}"/>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62" name="Isosceles Triangle 61">
                <a:extLst>
                  <a:ext uri="{FF2B5EF4-FFF2-40B4-BE49-F238E27FC236}">
                    <a16:creationId xmlns:a16="http://schemas.microsoft.com/office/drawing/2014/main" id="{913F2DF9-B7C3-9999-8F54-9D15CFE3750E}"/>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0087F3BA-06D2-7CAB-0A94-58DCD3EA26AC}"/>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64" name="Rectangle 63">
            <a:extLst>
              <a:ext uri="{FF2B5EF4-FFF2-40B4-BE49-F238E27FC236}">
                <a16:creationId xmlns:a16="http://schemas.microsoft.com/office/drawing/2014/main" id="{14E09C34-27B6-15FB-4306-A1116CDB14EB}"/>
              </a:ext>
            </a:extLst>
          </p:cNvPr>
          <p:cNvSpPr/>
          <p:nvPr/>
        </p:nvSpPr>
        <p:spPr>
          <a:xfrm>
            <a:off x="2822494" y="5300525"/>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Filtered List of Roles</a:t>
            </a:r>
          </a:p>
        </p:txBody>
      </p:sp>
      <p:grpSp>
        <p:nvGrpSpPr>
          <p:cNvPr id="65" name="Group 64">
            <a:extLst>
              <a:ext uri="{FF2B5EF4-FFF2-40B4-BE49-F238E27FC236}">
                <a16:creationId xmlns:a16="http://schemas.microsoft.com/office/drawing/2014/main" id="{46EFAA65-EBE9-2BA0-D5C9-20696A85CB40}"/>
              </a:ext>
            </a:extLst>
          </p:cNvPr>
          <p:cNvGrpSpPr/>
          <p:nvPr/>
        </p:nvGrpSpPr>
        <p:grpSpPr>
          <a:xfrm>
            <a:off x="637578" y="831063"/>
            <a:ext cx="2907864" cy="425196"/>
            <a:chOff x="127267" y="1159002"/>
            <a:chExt cx="2907864" cy="425196"/>
          </a:xfrm>
        </p:grpSpPr>
        <p:sp>
          <p:nvSpPr>
            <p:cNvPr id="66" name="Rectangle 65">
              <a:extLst>
                <a:ext uri="{FF2B5EF4-FFF2-40B4-BE49-F238E27FC236}">
                  <a16:creationId xmlns:a16="http://schemas.microsoft.com/office/drawing/2014/main" id="{DA184514-121B-AACD-C167-E514ADAE0BC7}"/>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1 – Select Action</a:t>
              </a:r>
            </a:p>
          </p:txBody>
        </p:sp>
        <p:grpSp>
          <p:nvGrpSpPr>
            <p:cNvPr id="67" name="Group 66">
              <a:extLst>
                <a:ext uri="{FF2B5EF4-FFF2-40B4-BE49-F238E27FC236}">
                  <a16:creationId xmlns:a16="http://schemas.microsoft.com/office/drawing/2014/main" id="{CFF77932-8826-C201-D0A7-4E9DD699AC81}"/>
                </a:ext>
              </a:extLst>
            </p:cNvPr>
            <p:cNvGrpSpPr/>
            <p:nvPr/>
          </p:nvGrpSpPr>
          <p:grpSpPr>
            <a:xfrm>
              <a:off x="221742" y="1371600"/>
              <a:ext cx="2043684" cy="212598"/>
              <a:chOff x="221742" y="1371600"/>
              <a:chExt cx="2043684" cy="212598"/>
            </a:xfrm>
          </p:grpSpPr>
          <p:sp>
            <p:nvSpPr>
              <p:cNvPr id="68" name="Rectangle: Rounded Corners 67">
                <a:extLst>
                  <a:ext uri="{FF2B5EF4-FFF2-40B4-BE49-F238E27FC236}">
                    <a16:creationId xmlns:a16="http://schemas.microsoft.com/office/drawing/2014/main" id="{7A5A886A-3A0E-F8CC-A454-53C7C15CABB5}"/>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69" name="Isosceles Triangle 68">
                <a:extLst>
                  <a:ext uri="{FF2B5EF4-FFF2-40B4-BE49-F238E27FC236}">
                    <a16:creationId xmlns:a16="http://schemas.microsoft.com/office/drawing/2014/main" id="{A8B7F4A4-8CBC-CD57-36CF-5F03BB4F0437}"/>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FDC4A3C9-26DB-A85F-98A6-F77542AA3EC4}"/>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71" name="Rectangle 70">
            <a:extLst>
              <a:ext uri="{FF2B5EF4-FFF2-40B4-BE49-F238E27FC236}">
                <a16:creationId xmlns:a16="http://schemas.microsoft.com/office/drawing/2014/main" id="{05B6DCD4-8A2A-9654-937D-8515BD298120}"/>
              </a:ext>
            </a:extLst>
          </p:cNvPr>
          <p:cNvSpPr/>
          <p:nvPr/>
        </p:nvSpPr>
        <p:spPr>
          <a:xfrm>
            <a:off x="646788" y="603852"/>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Simple Search</a:t>
            </a:r>
          </a:p>
        </p:txBody>
      </p:sp>
      <p:grpSp>
        <p:nvGrpSpPr>
          <p:cNvPr id="72" name="Group 71">
            <a:extLst>
              <a:ext uri="{FF2B5EF4-FFF2-40B4-BE49-F238E27FC236}">
                <a16:creationId xmlns:a16="http://schemas.microsoft.com/office/drawing/2014/main" id="{36707A8F-5388-B6B7-B96D-77CECFAADDC9}"/>
              </a:ext>
            </a:extLst>
          </p:cNvPr>
          <p:cNvGrpSpPr/>
          <p:nvPr/>
        </p:nvGrpSpPr>
        <p:grpSpPr>
          <a:xfrm>
            <a:off x="637578" y="1254476"/>
            <a:ext cx="2907864" cy="425196"/>
            <a:chOff x="127267" y="1159002"/>
            <a:chExt cx="2907864" cy="425196"/>
          </a:xfrm>
        </p:grpSpPr>
        <p:sp>
          <p:nvSpPr>
            <p:cNvPr id="73" name="Rectangle 72">
              <a:extLst>
                <a:ext uri="{FF2B5EF4-FFF2-40B4-BE49-F238E27FC236}">
                  <a16:creationId xmlns:a16="http://schemas.microsoft.com/office/drawing/2014/main" id="{5BDF7A1C-862F-3AA4-20D4-373E59401C15}"/>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2 - Requested For</a:t>
              </a:r>
            </a:p>
          </p:txBody>
        </p:sp>
        <p:grpSp>
          <p:nvGrpSpPr>
            <p:cNvPr id="74" name="Group 73">
              <a:extLst>
                <a:ext uri="{FF2B5EF4-FFF2-40B4-BE49-F238E27FC236}">
                  <a16:creationId xmlns:a16="http://schemas.microsoft.com/office/drawing/2014/main" id="{8920A38C-05C8-67C4-4F88-3003A651BE9D}"/>
                </a:ext>
              </a:extLst>
            </p:cNvPr>
            <p:cNvGrpSpPr/>
            <p:nvPr/>
          </p:nvGrpSpPr>
          <p:grpSpPr>
            <a:xfrm>
              <a:off x="221742" y="1371600"/>
              <a:ext cx="2043684" cy="212598"/>
              <a:chOff x="221742" y="1371600"/>
              <a:chExt cx="2043684" cy="212598"/>
            </a:xfrm>
          </p:grpSpPr>
          <p:sp>
            <p:nvSpPr>
              <p:cNvPr id="75" name="Rectangle: Rounded Corners 74">
                <a:extLst>
                  <a:ext uri="{FF2B5EF4-FFF2-40B4-BE49-F238E27FC236}">
                    <a16:creationId xmlns:a16="http://schemas.microsoft.com/office/drawing/2014/main" id="{D08C4DA4-9BED-50F0-E1A7-51AA1F1CF72B}"/>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76" name="Isosceles Triangle 75">
                <a:extLst>
                  <a:ext uri="{FF2B5EF4-FFF2-40B4-BE49-F238E27FC236}">
                    <a16:creationId xmlns:a16="http://schemas.microsoft.com/office/drawing/2014/main" id="{BE3942EC-E035-2183-0FCE-B2B9A6CD92E9}"/>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23536497-154A-29BD-58D3-171EE9E7CF8B}"/>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79" name="Group 78">
            <a:extLst>
              <a:ext uri="{FF2B5EF4-FFF2-40B4-BE49-F238E27FC236}">
                <a16:creationId xmlns:a16="http://schemas.microsoft.com/office/drawing/2014/main" id="{5FCFFE2C-2295-1D8C-1D38-68F2317705CB}"/>
              </a:ext>
            </a:extLst>
          </p:cNvPr>
          <p:cNvGrpSpPr/>
          <p:nvPr/>
        </p:nvGrpSpPr>
        <p:grpSpPr>
          <a:xfrm>
            <a:off x="637578" y="1708201"/>
            <a:ext cx="2907864" cy="425196"/>
            <a:chOff x="127267" y="1159002"/>
            <a:chExt cx="2907864" cy="425196"/>
          </a:xfrm>
        </p:grpSpPr>
        <p:sp>
          <p:nvSpPr>
            <p:cNvPr id="80" name="Rectangle 79">
              <a:extLst>
                <a:ext uri="{FF2B5EF4-FFF2-40B4-BE49-F238E27FC236}">
                  <a16:creationId xmlns:a16="http://schemas.microsoft.com/office/drawing/2014/main" id="{9A750256-36D8-920E-9B12-BCE6E9A7B721}"/>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3 – Role/Entitlement Search</a:t>
              </a:r>
            </a:p>
          </p:txBody>
        </p:sp>
        <p:grpSp>
          <p:nvGrpSpPr>
            <p:cNvPr id="81" name="Group 80">
              <a:extLst>
                <a:ext uri="{FF2B5EF4-FFF2-40B4-BE49-F238E27FC236}">
                  <a16:creationId xmlns:a16="http://schemas.microsoft.com/office/drawing/2014/main" id="{4BCF8930-9E24-D00F-36CB-92D72B0EB1C9}"/>
                </a:ext>
              </a:extLst>
            </p:cNvPr>
            <p:cNvGrpSpPr/>
            <p:nvPr/>
          </p:nvGrpSpPr>
          <p:grpSpPr>
            <a:xfrm>
              <a:off x="221742" y="1371600"/>
              <a:ext cx="2043684" cy="212598"/>
              <a:chOff x="221742" y="1371600"/>
              <a:chExt cx="2043684" cy="212598"/>
            </a:xfrm>
          </p:grpSpPr>
          <p:sp>
            <p:nvSpPr>
              <p:cNvPr id="82" name="Rectangle: Rounded Corners 81">
                <a:extLst>
                  <a:ext uri="{FF2B5EF4-FFF2-40B4-BE49-F238E27FC236}">
                    <a16:creationId xmlns:a16="http://schemas.microsoft.com/office/drawing/2014/main" id="{B45DC942-0F90-CC3C-CDC4-639E737AF515}"/>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83" name="Isosceles Triangle 82">
                <a:extLst>
                  <a:ext uri="{FF2B5EF4-FFF2-40B4-BE49-F238E27FC236}">
                    <a16:creationId xmlns:a16="http://schemas.microsoft.com/office/drawing/2014/main" id="{6DBDBCD8-B8DF-3D80-A2D6-0197A22345C9}"/>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7CD905BD-AAE6-AF92-43CF-D6F1AFBAC359}"/>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85" name="Rectangle 84">
            <a:extLst>
              <a:ext uri="{FF2B5EF4-FFF2-40B4-BE49-F238E27FC236}">
                <a16:creationId xmlns:a16="http://schemas.microsoft.com/office/drawing/2014/main" id="{33234B90-B50F-CECB-9F2D-2F801F0BD4FB}"/>
              </a:ext>
            </a:extLst>
          </p:cNvPr>
          <p:cNvSpPr/>
          <p:nvPr/>
        </p:nvSpPr>
        <p:spPr>
          <a:xfrm>
            <a:off x="2775737" y="1915192"/>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Lookup</a:t>
            </a:r>
          </a:p>
        </p:txBody>
      </p:sp>
      <p:grpSp>
        <p:nvGrpSpPr>
          <p:cNvPr id="86" name="Group 85">
            <a:extLst>
              <a:ext uri="{FF2B5EF4-FFF2-40B4-BE49-F238E27FC236}">
                <a16:creationId xmlns:a16="http://schemas.microsoft.com/office/drawing/2014/main" id="{1B636A89-DDD7-74FE-2DC7-25F2744287DA}"/>
              </a:ext>
            </a:extLst>
          </p:cNvPr>
          <p:cNvGrpSpPr/>
          <p:nvPr/>
        </p:nvGrpSpPr>
        <p:grpSpPr>
          <a:xfrm>
            <a:off x="637578" y="2161926"/>
            <a:ext cx="2907864" cy="425196"/>
            <a:chOff x="127267" y="1159002"/>
            <a:chExt cx="2907864" cy="425196"/>
          </a:xfrm>
        </p:grpSpPr>
        <p:sp>
          <p:nvSpPr>
            <p:cNvPr id="87" name="Rectangle 86">
              <a:extLst>
                <a:ext uri="{FF2B5EF4-FFF2-40B4-BE49-F238E27FC236}">
                  <a16:creationId xmlns:a16="http://schemas.microsoft.com/office/drawing/2014/main" id="{54534E96-C0C9-B170-241D-FBDE617B04F4}"/>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4  – Business Justification</a:t>
              </a:r>
            </a:p>
          </p:txBody>
        </p:sp>
        <p:grpSp>
          <p:nvGrpSpPr>
            <p:cNvPr id="88" name="Group 87">
              <a:extLst>
                <a:ext uri="{FF2B5EF4-FFF2-40B4-BE49-F238E27FC236}">
                  <a16:creationId xmlns:a16="http://schemas.microsoft.com/office/drawing/2014/main" id="{DC6984B7-77E7-5EBB-2A69-956B5A4F5250}"/>
                </a:ext>
              </a:extLst>
            </p:cNvPr>
            <p:cNvGrpSpPr/>
            <p:nvPr/>
          </p:nvGrpSpPr>
          <p:grpSpPr>
            <a:xfrm>
              <a:off x="221742" y="1371600"/>
              <a:ext cx="2043684" cy="212598"/>
              <a:chOff x="221742" y="1371600"/>
              <a:chExt cx="2043684" cy="212598"/>
            </a:xfrm>
          </p:grpSpPr>
          <p:sp>
            <p:nvSpPr>
              <p:cNvPr id="89" name="Rectangle: Rounded Corners 88">
                <a:extLst>
                  <a:ext uri="{FF2B5EF4-FFF2-40B4-BE49-F238E27FC236}">
                    <a16:creationId xmlns:a16="http://schemas.microsoft.com/office/drawing/2014/main" id="{B5F3F524-595F-FE30-C7BC-C64759DA18BF}"/>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90" name="Isosceles Triangle 89">
                <a:extLst>
                  <a:ext uri="{FF2B5EF4-FFF2-40B4-BE49-F238E27FC236}">
                    <a16:creationId xmlns:a16="http://schemas.microsoft.com/office/drawing/2014/main" id="{E9040466-623D-B512-26F3-0AD57685136A}"/>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19229073-EB8A-BB77-EB2C-C65C9896BA18}"/>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92" name="Rectangle 91">
            <a:extLst>
              <a:ext uri="{FF2B5EF4-FFF2-40B4-BE49-F238E27FC236}">
                <a16:creationId xmlns:a16="http://schemas.microsoft.com/office/drawing/2014/main" id="{3CFB516D-457C-2661-9A5A-1942B2960A9A}"/>
              </a:ext>
            </a:extLst>
          </p:cNvPr>
          <p:cNvSpPr/>
          <p:nvPr/>
        </p:nvSpPr>
        <p:spPr>
          <a:xfrm>
            <a:off x="2775737" y="1456901"/>
            <a:ext cx="4717192"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Self-; Multiple Users, Someone Else</a:t>
            </a:r>
          </a:p>
        </p:txBody>
      </p:sp>
      <p:grpSp>
        <p:nvGrpSpPr>
          <p:cNvPr id="93" name="Group 92">
            <a:extLst>
              <a:ext uri="{FF2B5EF4-FFF2-40B4-BE49-F238E27FC236}">
                <a16:creationId xmlns:a16="http://schemas.microsoft.com/office/drawing/2014/main" id="{140243F2-7016-6FE2-F286-3AA00B27FED2}"/>
              </a:ext>
            </a:extLst>
          </p:cNvPr>
          <p:cNvGrpSpPr/>
          <p:nvPr/>
        </p:nvGrpSpPr>
        <p:grpSpPr>
          <a:xfrm>
            <a:off x="675125" y="5536523"/>
            <a:ext cx="2907864" cy="425196"/>
            <a:chOff x="127267" y="1159002"/>
            <a:chExt cx="2907864" cy="425196"/>
          </a:xfrm>
        </p:grpSpPr>
        <p:sp>
          <p:nvSpPr>
            <p:cNvPr id="94" name="Rectangle 93">
              <a:extLst>
                <a:ext uri="{FF2B5EF4-FFF2-40B4-BE49-F238E27FC236}">
                  <a16:creationId xmlns:a16="http://schemas.microsoft.com/office/drawing/2014/main" id="{8FE1C599-03E5-460F-963C-5C39544D716D}"/>
                </a:ext>
              </a:extLst>
            </p:cNvPr>
            <p:cNvSpPr/>
            <p:nvPr/>
          </p:nvSpPr>
          <p:spPr>
            <a:xfrm>
              <a:off x="127267" y="1159002"/>
              <a:ext cx="2907864" cy="21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tx1"/>
                  </a:solidFill>
                </a:rPr>
                <a:t>Step 6  – Business Justification</a:t>
              </a:r>
            </a:p>
          </p:txBody>
        </p:sp>
        <p:grpSp>
          <p:nvGrpSpPr>
            <p:cNvPr id="95" name="Group 94">
              <a:extLst>
                <a:ext uri="{FF2B5EF4-FFF2-40B4-BE49-F238E27FC236}">
                  <a16:creationId xmlns:a16="http://schemas.microsoft.com/office/drawing/2014/main" id="{24823F3B-5192-6038-F3F1-702FF38A8591}"/>
                </a:ext>
              </a:extLst>
            </p:cNvPr>
            <p:cNvGrpSpPr/>
            <p:nvPr/>
          </p:nvGrpSpPr>
          <p:grpSpPr>
            <a:xfrm>
              <a:off x="221742" y="1371600"/>
              <a:ext cx="2043684" cy="212598"/>
              <a:chOff x="221742" y="1371600"/>
              <a:chExt cx="2043684" cy="212598"/>
            </a:xfrm>
          </p:grpSpPr>
          <p:sp>
            <p:nvSpPr>
              <p:cNvPr id="96" name="Rectangle: Rounded Corners 95">
                <a:extLst>
                  <a:ext uri="{FF2B5EF4-FFF2-40B4-BE49-F238E27FC236}">
                    <a16:creationId xmlns:a16="http://schemas.microsoft.com/office/drawing/2014/main" id="{D3F16692-5857-A784-3C43-374F74AB9EC0}"/>
                  </a:ext>
                </a:extLst>
              </p:cNvPr>
              <p:cNvSpPr/>
              <p:nvPr/>
            </p:nvSpPr>
            <p:spPr>
              <a:xfrm>
                <a:off x="221742" y="1371600"/>
                <a:ext cx="2043684" cy="21259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--None--</a:t>
                </a:r>
              </a:p>
            </p:txBody>
          </p:sp>
          <p:sp>
            <p:nvSpPr>
              <p:cNvPr id="97" name="Isosceles Triangle 96">
                <a:extLst>
                  <a:ext uri="{FF2B5EF4-FFF2-40B4-BE49-F238E27FC236}">
                    <a16:creationId xmlns:a16="http://schemas.microsoft.com/office/drawing/2014/main" id="{6D83496B-CFED-0275-25D4-8A8EFC3D3B78}"/>
                  </a:ext>
                </a:extLst>
              </p:cNvPr>
              <p:cNvSpPr/>
              <p:nvPr/>
            </p:nvSpPr>
            <p:spPr>
              <a:xfrm rot="10800000">
                <a:off x="2124657" y="1454453"/>
                <a:ext cx="90244" cy="49957"/>
              </a:xfrm>
              <a:prstGeom prst="triangle">
                <a:avLst/>
              </a:prstGeom>
              <a:solidFill>
                <a:schemeClr val="tx1">
                  <a:lumMod val="50000"/>
                  <a:lumOff val="5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3B522540-398A-A7AF-0217-989044103B6A}"/>
                  </a:ext>
                </a:extLst>
              </p:cNvPr>
              <p:cNvCxnSpPr/>
              <p:nvPr/>
            </p:nvCxnSpPr>
            <p:spPr>
              <a:xfrm>
                <a:off x="2068975" y="1371600"/>
                <a:ext cx="0" cy="212598"/>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 name="Rectangle 1">
            <a:extLst>
              <a:ext uri="{FF2B5EF4-FFF2-40B4-BE49-F238E27FC236}">
                <a16:creationId xmlns:a16="http://schemas.microsoft.com/office/drawing/2014/main" id="{7F659A80-D941-E9BF-5385-5729F12D08BE}"/>
              </a:ext>
            </a:extLst>
          </p:cNvPr>
          <p:cNvSpPr/>
          <p:nvPr/>
        </p:nvSpPr>
        <p:spPr>
          <a:xfrm>
            <a:off x="3665758" y="255508"/>
            <a:ext cx="5094564" cy="3432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solidFill>
                  <a:schemeClr val="tx1"/>
                </a:solidFill>
              </a:rPr>
              <a:t>Access Request Form (Separate from Above)</a:t>
            </a:r>
          </a:p>
        </p:txBody>
      </p:sp>
    </p:spTree>
    <p:extLst>
      <p:ext uri="{BB962C8B-B14F-4D97-AF65-F5344CB8AC3E}">
        <p14:creationId xmlns:p14="http://schemas.microsoft.com/office/powerpoint/2010/main" val="112706058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fdd7bb-dcfb-4a5a-b3e2-bf8ae539425f" xsi:nil="true"/>
    <lcf76f155ced4ddcb4097134ff3c332f xmlns="5dcb083e-b3fa-493a-b8b9-b159a5a2f1a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2DFFCF6AE4E640AF3FB52BFDDBD969" ma:contentTypeVersion="11" ma:contentTypeDescription="Create a new document." ma:contentTypeScope="" ma:versionID="41a7506b10de41b759a30512e3cc06b7">
  <xsd:schema xmlns:xsd="http://www.w3.org/2001/XMLSchema" xmlns:xs="http://www.w3.org/2001/XMLSchema" xmlns:p="http://schemas.microsoft.com/office/2006/metadata/properties" xmlns:ns2="5dcb083e-b3fa-493a-b8b9-b159a5a2f1a5" xmlns:ns3="dcfdd7bb-dcfb-4a5a-b3e2-bf8ae539425f" targetNamespace="http://schemas.microsoft.com/office/2006/metadata/properties" ma:root="true" ma:fieldsID="6928cf4eeac1c874d897ac6bc1348b62" ns2:_="" ns3:_="">
    <xsd:import namespace="5dcb083e-b3fa-493a-b8b9-b159a5a2f1a5"/>
    <xsd:import namespace="dcfdd7bb-dcfb-4a5a-b3e2-bf8ae53942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cb083e-b3fa-493a-b8b9-b159a5a2f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a4b87cb-3ef4-4b64-b12e-a37739b05c7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fdd7bb-dcfb-4a5a-b3e2-bf8ae539425f"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56df0f72-7193-444c-9fa8-0502e6997a82}" ma:internalName="TaxCatchAll" ma:showField="CatchAllData" ma:web="dcfdd7bb-dcfb-4a5a-b3e2-bf8ae53942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FA8753-ED8B-4829-8DA9-963CD921A65C}">
  <ds:schemaRefs>
    <ds:schemaRef ds:uri="5dcb083e-b3fa-493a-b8b9-b159a5a2f1a5"/>
    <ds:schemaRef ds:uri="dcfdd7bb-dcfb-4a5a-b3e2-bf8ae53942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DB3D192-6D0D-4756-90A6-6EB70466F7C1}">
  <ds:schemaRefs>
    <ds:schemaRef ds:uri="5dcb083e-b3fa-493a-b8b9-b159a5a2f1a5"/>
    <ds:schemaRef ds:uri="dcfdd7bb-dcfb-4a5a-b3e2-bf8ae53942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C059AF4-7D6B-4B4C-8F47-9C21320BCA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Letter Paper (8.5x11 in)</PresentationFormat>
  <Slides>11</Slides>
  <Notes>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Change</vt:lpstr>
      <vt:lpstr>PowerPoint Presentation</vt:lpstr>
      <vt:lpstr>PowerPoint Presentation</vt:lpstr>
      <vt:lpstr>Leaver</vt:lpstr>
      <vt:lpstr>PowerPoint Presentation</vt:lpstr>
      <vt:lpstr>PowerPoint Presentation</vt:lpstr>
      <vt:lpstr>PowerPoint Presentation</vt:lpstr>
    </vt:vector>
  </TitlesOfParts>
  <Company>Novant Health,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Maxwell, Andre</dc:creator>
  <cp:revision>1</cp:revision>
  <dcterms:created xsi:type="dcterms:W3CDTF">2026-06-15T12:07:31Z</dcterms:created>
  <dcterms:modified xsi:type="dcterms:W3CDTF">2026-06-25T21:05:34Z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0x010100242DFFCF6AE4E640AF3FB52BFDDBD969</vt:lpwstr>
  </property>
  <property fmtid="{D5CDD505-2E9C-101B-9397-08002B2CF9AE}" pid="3" name="MediaServiceImageTags">
    <vt:lpwstr/>
  </property>
</Properties>
</file>